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8" r:id="rId1"/>
  </p:sldMasterIdLst>
  <p:notesMasterIdLst>
    <p:notesMasterId r:id="rId24"/>
  </p:notesMasterIdLst>
  <p:sldIdLst>
    <p:sldId id="764" r:id="rId2"/>
    <p:sldId id="754" r:id="rId3"/>
    <p:sldId id="752" r:id="rId4"/>
    <p:sldId id="773" r:id="rId5"/>
    <p:sldId id="761" r:id="rId6"/>
    <p:sldId id="753" r:id="rId7"/>
    <p:sldId id="771" r:id="rId8"/>
    <p:sldId id="763" r:id="rId9"/>
    <p:sldId id="772" r:id="rId10"/>
    <p:sldId id="770" r:id="rId11"/>
    <p:sldId id="776" r:id="rId12"/>
    <p:sldId id="762" r:id="rId13"/>
    <p:sldId id="769" r:id="rId14"/>
    <p:sldId id="758" r:id="rId15"/>
    <p:sldId id="766" r:id="rId16"/>
    <p:sldId id="756" r:id="rId17"/>
    <p:sldId id="765" r:id="rId18"/>
    <p:sldId id="750" r:id="rId19"/>
    <p:sldId id="774" r:id="rId20"/>
    <p:sldId id="751" r:id="rId21"/>
    <p:sldId id="775" r:id="rId22"/>
    <p:sldId id="768" r:id="rId23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7C978343-E237-41B2-81FA-88295E0A2D3A}">
          <p14:sldIdLst>
            <p14:sldId id="764"/>
            <p14:sldId id="754"/>
            <p14:sldId id="752"/>
            <p14:sldId id="773"/>
            <p14:sldId id="761"/>
            <p14:sldId id="753"/>
            <p14:sldId id="771"/>
            <p14:sldId id="763"/>
            <p14:sldId id="772"/>
            <p14:sldId id="770"/>
            <p14:sldId id="776"/>
            <p14:sldId id="762"/>
            <p14:sldId id="769"/>
            <p14:sldId id="758"/>
            <p14:sldId id="766"/>
            <p14:sldId id="756"/>
            <p14:sldId id="765"/>
            <p14:sldId id="750"/>
            <p14:sldId id="774"/>
            <p14:sldId id="751"/>
            <p14:sldId id="775"/>
            <p14:sldId id="7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EEF5FC"/>
    <a:srgbClr val="F3F8FD"/>
    <a:srgbClr val="E5F0FB"/>
    <a:srgbClr val="F0F0F0"/>
    <a:srgbClr val="E4E4E4"/>
    <a:srgbClr val="FF9999"/>
    <a:srgbClr val="390309"/>
    <a:srgbClr val="A90B1E"/>
    <a:srgbClr val="8A09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Stile chiaro 2 - Color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01" autoAdjust="0"/>
    <p:restoredTop sz="95258" autoAdjust="0"/>
  </p:normalViewPr>
  <p:slideViewPr>
    <p:cSldViewPr snapToGrid="0">
      <p:cViewPr varScale="1">
        <p:scale>
          <a:sx n="79" d="100"/>
          <a:sy n="79" d="100"/>
        </p:scale>
        <p:origin x="51" y="6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" userId="82d2aef7352d2ea4" providerId="LiveId" clId="{93BCF175-5A3E-4B0E-BC08-42F4EDD77605}"/>
    <pc:docChg chg="undo redo custSel addSld delSld modSld modSection">
      <pc:chgData name="Marco" userId="82d2aef7352d2ea4" providerId="LiveId" clId="{93BCF175-5A3E-4B0E-BC08-42F4EDD77605}" dt="2023-10-04T17:07:21.733" v="447" actId="20577"/>
      <pc:docMkLst>
        <pc:docMk/>
      </pc:docMkLst>
      <pc:sldChg chg="modSp mod">
        <pc:chgData name="Marco" userId="82d2aef7352d2ea4" providerId="LiveId" clId="{93BCF175-5A3E-4B0E-BC08-42F4EDD77605}" dt="2023-10-04T17:07:21.733" v="447" actId="20577"/>
        <pc:sldMkLst>
          <pc:docMk/>
          <pc:sldMk cId="139139127" sldId="753"/>
        </pc:sldMkLst>
      </pc:sldChg>
      <pc:sldChg chg="addSp delSp modSp mod">
        <pc:chgData name="Marco" userId="82d2aef7352d2ea4" providerId="LiveId" clId="{93BCF175-5A3E-4B0E-BC08-42F4EDD77605}" dt="2023-04-19T17:04:21.046" v="277" actId="164"/>
        <pc:sldMkLst>
          <pc:docMk/>
          <pc:sldMk cId="4251792544" sldId="756"/>
        </pc:sldMkLst>
      </pc:sldChg>
      <pc:sldChg chg="addSp delSp modSp mod">
        <pc:chgData name="Marco" userId="82d2aef7352d2ea4" providerId="LiveId" clId="{93BCF175-5A3E-4B0E-BC08-42F4EDD77605}" dt="2022-12-05T16:49:06.158" v="186" actId="478"/>
        <pc:sldMkLst>
          <pc:docMk/>
          <pc:sldMk cId="3792937642" sldId="764"/>
        </pc:sldMkLst>
      </pc:sldChg>
      <pc:sldChg chg="addSp delSp modSp mod">
        <pc:chgData name="Marco" userId="82d2aef7352d2ea4" providerId="LiveId" clId="{93BCF175-5A3E-4B0E-BC08-42F4EDD77605}" dt="2023-04-19T17:06:09.371" v="420" actId="12788"/>
        <pc:sldMkLst>
          <pc:docMk/>
          <pc:sldMk cId="4140495489" sldId="765"/>
        </pc:sldMkLst>
      </pc:sldChg>
      <pc:sldChg chg="modSp mod">
        <pc:chgData name="Marco" userId="82d2aef7352d2ea4" providerId="LiveId" clId="{93BCF175-5A3E-4B0E-BC08-42F4EDD77605}" dt="2023-04-19T17:04:33.429" v="304" actId="6549"/>
        <pc:sldMkLst>
          <pc:docMk/>
          <pc:sldMk cId="2830506704" sldId="766"/>
        </pc:sldMkLst>
      </pc:sldChg>
      <pc:sldChg chg="add del">
        <pc:chgData name="Marco" userId="82d2aef7352d2ea4" providerId="LiveId" clId="{93BCF175-5A3E-4B0E-BC08-42F4EDD77605}" dt="2023-04-19T17:02:18.832" v="231" actId="47"/>
        <pc:sldMkLst>
          <pc:docMk/>
          <pc:sldMk cId="3999527114" sldId="819"/>
        </pc:sldMkLst>
      </pc:sldChg>
    </pc:docChg>
  </pc:docChgLst>
  <pc:docChgLst>
    <pc:chgData name="Marco Coraggio" userId="82d2aef7352d2ea4" providerId="LiveId" clId="{C88D6E02-2EE7-422E-B7D8-E88D2CDBD33D}"/>
    <pc:docChg chg="custSel modSld">
      <pc:chgData name="Marco Coraggio" userId="82d2aef7352d2ea4" providerId="LiveId" clId="{C88D6E02-2EE7-422E-B7D8-E88D2CDBD33D}" dt="2025-03-22T19:34:58.286" v="13" actId="962"/>
      <pc:docMkLst>
        <pc:docMk/>
      </pc:docMkLst>
      <pc:sldChg chg="delSp modSp mod">
        <pc:chgData name="Marco Coraggio" userId="82d2aef7352d2ea4" providerId="LiveId" clId="{C88D6E02-2EE7-422E-B7D8-E88D2CDBD33D}" dt="2025-03-22T19:34:58.286" v="13" actId="962"/>
        <pc:sldMkLst>
          <pc:docMk/>
          <pc:sldMk cId="2458595585" sldId="773"/>
        </pc:sldMkLst>
        <pc:picChg chg="del mod">
          <ac:chgData name="Marco Coraggio" userId="82d2aef7352d2ea4" providerId="LiveId" clId="{C88D6E02-2EE7-422E-B7D8-E88D2CDBD33D}" dt="2025-03-22T19:34:58.285" v="11" actId="478"/>
          <ac:picMkLst>
            <pc:docMk/>
            <pc:sldMk cId="2458595585" sldId="773"/>
            <ac:picMk id="5" creationId="{475F208F-04A6-A1F0-732E-3842F0252D42}"/>
          </ac:picMkLst>
        </pc:picChg>
        <pc:picChg chg="mod ord">
          <ac:chgData name="Marco Coraggio" userId="82d2aef7352d2ea4" providerId="LiveId" clId="{C88D6E02-2EE7-422E-B7D8-E88D2CDBD33D}" dt="2025-03-22T19:34:58.286" v="13" actId="962"/>
          <ac:picMkLst>
            <pc:docMk/>
            <pc:sldMk cId="2458595585" sldId="773"/>
            <ac:picMk id="7" creationId="{59FEAAE7-54E7-C14F-165B-3F53BC9E853B}"/>
          </ac:picMkLst>
        </pc:picChg>
      </pc:sldChg>
    </pc:docChg>
  </pc:docChgLst>
  <pc:docChgLst>
    <pc:chgData name="Marco Coraggio" userId="82d2aef7352d2ea4" providerId="LiveId" clId="{93BCF175-5A3E-4B0E-BC08-42F4EDD77605}"/>
    <pc:docChg chg="undo redo custSel addSld delSld modSld sldOrd modMainMaster modSection">
      <pc:chgData name="Marco Coraggio" userId="82d2aef7352d2ea4" providerId="LiveId" clId="{93BCF175-5A3E-4B0E-BC08-42F4EDD77605}" dt="2024-12-13T15:41:28.322" v="4925" actId="11530"/>
      <pc:docMkLst>
        <pc:docMk/>
      </pc:docMkLst>
      <pc:sldChg chg="modSp mod modTransition">
        <pc:chgData name="Marco Coraggio" userId="82d2aef7352d2ea4" providerId="LiveId" clId="{93BCF175-5A3E-4B0E-BC08-42F4EDD77605}" dt="2023-10-04T16:41:48.569" v="4465" actId="20577"/>
        <pc:sldMkLst>
          <pc:docMk/>
          <pc:sldMk cId="2783164832" sldId="750"/>
        </pc:sldMkLst>
      </pc:sldChg>
      <pc:sldChg chg="modSp mod modTransition">
        <pc:chgData name="Marco Coraggio" userId="82d2aef7352d2ea4" providerId="LiveId" clId="{93BCF175-5A3E-4B0E-BC08-42F4EDD77605}" dt="2023-10-04T16:41:53.359" v="4467" actId="20577"/>
        <pc:sldMkLst>
          <pc:docMk/>
          <pc:sldMk cId="3409769365" sldId="751"/>
        </pc:sldMkLst>
      </pc:sldChg>
      <pc:sldChg chg="addSp delSp modSp mod delAnim modAnim">
        <pc:chgData name="Marco Coraggio" userId="82d2aef7352d2ea4" providerId="LiveId" clId="{93BCF175-5A3E-4B0E-BC08-42F4EDD77605}" dt="2024-11-13T10:27:16.904" v="4888" actId="20577"/>
        <pc:sldMkLst>
          <pc:docMk/>
          <pc:sldMk cId="468692417" sldId="752"/>
        </pc:sldMkLst>
      </pc:sldChg>
      <pc:sldChg chg="addSp delSp modSp mod ord addAnim delAnim modAnim">
        <pc:chgData name="Marco Coraggio" userId="82d2aef7352d2ea4" providerId="LiveId" clId="{93BCF175-5A3E-4B0E-BC08-42F4EDD77605}" dt="2024-10-25T12:43:33.967" v="4825" actId="208"/>
        <pc:sldMkLst>
          <pc:docMk/>
          <pc:sldMk cId="139139127" sldId="753"/>
        </pc:sldMkLst>
      </pc:sldChg>
      <pc:sldChg chg="modSp mod modAnim">
        <pc:chgData name="Marco Coraggio" userId="82d2aef7352d2ea4" providerId="LiveId" clId="{93BCF175-5A3E-4B0E-BC08-42F4EDD77605}" dt="2023-10-04T15:55:57.597" v="2899" actId="20577"/>
        <pc:sldMkLst>
          <pc:docMk/>
          <pc:sldMk cId="99326059" sldId="754"/>
        </pc:sldMkLst>
      </pc:sldChg>
      <pc:sldChg chg="del">
        <pc:chgData name="Marco Coraggio" userId="82d2aef7352d2ea4" providerId="LiveId" clId="{93BCF175-5A3E-4B0E-BC08-42F4EDD77605}" dt="2023-10-01T22:15:28.065" v="178" actId="47"/>
        <pc:sldMkLst>
          <pc:docMk/>
          <pc:sldMk cId="462322865" sldId="755"/>
        </pc:sldMkLst>
      </pc:sldChg>
      <pc:sldChg chg="modSp mod">
        <pc:chgData name="Marco Coraggio" userId="82d2aef7352d2ea4" providerId="LiveId" clId="{93BCF175-5A3E-4B0E-BC08-42F4EDD77605}" dt="2024-12-13T15:41:28.322" v="4925" actId="11530"/>
        <pc:sldMkLst>
          <pc:docMk/>
          <pc:sldMk cId="4251792544" sldId="756"/>
        </pc:sldMkLst>
      </pc:sldChg>
      <pc:sldChg chg="addSp delSp modSp del mod ord modAnim chgLayout">
        <pc:chgData name="Marco Coraggio" userId="82d2aef7352d2ea4" providerId="LiveId" clId="{93BCF175-5A3E-4B0E-BC08-42F4EDD77605}" dt="2023-10-02T12:44:15.067" v="702" actId="47"/>
        <pc:sldMkLst>
          <pc:docMk/>
          <pc:sldMk cId="789701175" sldId="757"/>
        </pc:sldMkLst>
      </pc:sldChg>
      <pc:sldChg chg="modSp mod">
        <pc:chgData name="Marco Coraggio" userId="82d2aef7352d2ea4" providerId="LiveId" clId="{93BCF175-5A3E-4B0E-BC08-42F4EDD77605}" dt="2023-10-04T16:41:09.700" v="4460" actId="20577"/>
        <pc:sldMkLst>
          <pc:docMk/>
          <pc:sldMk cId="1462781136" sldId="758"/>
        </pc:sldMkLst>
      </pc:sldChg>
      <pc:sldChg chg="addSp delSp modSp mod ord delAnim modAnim">
        <pc:chgData name="Marco Coraggio" userId="82d2aef7352d2ea4" providerId="LiveId" clId="{93BCF175-5A3E-4B0E-BC08-42F4EDD77605}" dt="2024-11-29T10:26:55.166" v="4923" actId="20577"/>
        <pc:sldMkLst>
          <pc:docMk/>
          <pc:sldMk cId="452280497" sldId="761"/>
        </pc:sldMkLst>
      </pc:sldChg>
      <pc:sldChg chg="modSp mod modAnim">
        <pc:chgData name="Marco Coraggio" userId="82d2aef7352d2ea4" providerId="LiveId" clId="{93BCF175-5A3E-4B0E-BC08-42F4EDD77605}" dt="2023-10-04T16:35:53.783" v="4263" actId="20577"/>
        <pc:sldMkLst>
          <pc:docMk/>
          <pc:sldMk cId="2168955683" sldId="762"/>
        </pc:sldMkLst>
      </pc:sldChg>
      <pc:sldChg chg="delSp modSp mod delAnim modAnim">
        <pc:chgData name="Marco Coraggio" userId="82d2aef7352d2ea4" providerId="LiveId" clId="{93BCF175-5A3E-4B0E-BC08-42F4EDD77605}" dt="2023-10-04T16:32:37.494" v="4141" actId="207"/>
        <pc:sldMkLst>
          <pc:docMk/>
          <pc:sldMk cId="2931906382" sldId="763"/>
        </pc:sldMkLst>
      </pc:sldChg>
      <pc:sldChg chg="modSp mod">
        <pc:chgData name="Marco Coraggio" userId="82d2aef7352d2ea4" providerId="LiveId" clId="{93BCF175-5A3E-4B0E-BC08-42F4EDD77605}" dt="2024-11-29T10:26:25.848" v="4920" actId="20577"/>
        <pc:sldMkLst>
          <pc:docMk/>
          <pc:sldMk cId="3792937642" sldId="764"/>
        </pc:sldMkLst>
      </pc:sldChg>
      <pc:sldChg chg="addSp modSp mod">
        <pc:chgData name="Marco Coraggio" userId="82d2aef7352d2ea4" providerId="LiveId" clId="{93BCF175-5A3E-4B0E-BC08-42F4EDD77605}" dt="2024-12-13T15:41:19.689" v="4924" actId="11530"/>
        <pc:sldMkLst>
          <pc:docMk/>
          <pc:sldMk cId="4140495489" sldId="765"/>
        </pc:sldMkLst>
      </pc:sldChg>
      <pc:sldChg chg="modAnim">
        <pc:chgData name="Marco Coraggio" userId="82d2aef7352d2ea4" providerId="LiveId" clId="{93BCF175-5A3E-4B0E-BC08-42F4EDD77605}" dt="2023-10-02T12:48:28.770" v="931"/>
        <pc:sldMkLst>
          <pc:docMk/>
          <pc:sldMk cId="1336148719" sldId="768"/>
        </pc:sldMkLst>
      </pc:sldChg>
      <pc:sldChg chg="modSp new mod">
        <pc:chgData name="Marco Coraggio" userId="82d2aef7352d2ea4" providerId="LiveId" clId="{93BCF175-5A3E-4B0E-BC08-42F4EDD77605}" dt="2023-10-04T16:36:44.127" v="4318" actId="20577"/>
        <pc:sldMkLst>
          <pc:docMk/>
          <pc:sldMk cId="2574633218" sldId="769"/>
        </pc:sldMkLst>
      </pc:sldChg>
      <pc:sldChg chg="delSp modSp add mod delAnim">
        <pc:chgData name="Marco Coraggio" userId="82d2aef7352d2ea4" providerId="LiveId" clId="{93BCF175-5A3E-4B0E-BC08-42F4EDD77605}" dt="2023-10-04T16:19:56.785" v="3716" actId="20577"/>
        <pc:sldMkLst>
          <pc:docMk/>
          <pc:sldMk cId="3674265591" sldId="770"/>
        </pc:sldMkLst>
      </pc:sldChg>
      <pc:sldChg chg="addSp delSp modSp new del modAnim">
        <pc:chgData name="Marco Coraggio" userId="82d2aef7352d2ea4" providerId="LiveId" clId="{93BCF175-5A3E-4B0E-BC08-42F4EDD77605}" dt="2023-10-02T12:43:40.662" v="692" actId="680"/>
        <pc:sldMkLst>
          <pc:docMk/>
          <pc:sldMk cId="4009739272" sldId="770"/>
        </pc:sldMkLst>
      </pc:sldChg>
      <pc:sldChg chg="addSp delSp modSp new mod ord delAnim modAnim">
        <pc:chgData name="Marco Coraggio" userId="82d2aef7352d2ea4" providerId="LiveId" clId="{93BCF175-5A3E-4B0E-BC08-42F4EDD77605}" dt="2023-12-24T19:16:20.720" v="4817" actId="478"/>
        <pc:sldMkLst>
          <pc:docMk/>
          <pc:sldMk cId="3801333787" sldId="771"/>
        </pc:sldMkLst>
      </pc:sldChg>
      <pc:sldChg chg="modSp new mod">
        <pc:chgData name="Marco Coraggio" userId="82d2aef7352d2ea4" providerId="LiveId" clId="{93BCF175-5A3E-4B0E-BC08-42F4EDD77605}" dt="2023-10-04T16:35:28.346" v="4257" actId="20577"/>
        <pc:sldMkLst>
          <pc:docMk/>
          <pc:sldMk cId="3206963747" sldId="772"/>
        </pc:sldMkLst>
      </pc:sldChg>
      <pc:sldChg chg="addSp modSp new mod ord modAnim">
        <pc:chgData name="Marco Coraggio" userId="82d2aef7352d2ea4" providerId="LiveId" clId="{93BCF175-5A3E-4B0E-BC08-42F4EDD77605}" dt="2023-10-04T16:31:00.823" v="4136" actId="20577"/>
        <pc:sldMkLst>
          <pc:docMk/>
          <pc:sldMk cId="2458595585" sldId="773"/>
        </pc:sldMkLst>
      </pc:sldChg>
      <pc:sldChg chg="modSp new del mod">
        <pc:chgData name="Marco Coraggio" userId="82d2aef7352d2ea4" providerId="LiveId" clId="{93BCF175-5A3E-4B0E-BC08-42F4EDD77605}" dt="2023-10-04T16:19:46.698" v="3709" actId="47"/>
        <pc:sldMkLst>
          <pc:docMk/>
          <pc:sldMk cId="2189744636" sldId="774"/>
        </pc:sldMkLst>
      </pc:sldChg>
      <pc:sldChg chg="modSp new mod modTransition">
        <pc:chgData name="Marco Coraggio" userId="82d2aef7352d2ea4" providerId="LiveId" clId="{93BCF175-5A3E-4B0E-BC08-42F4EDD77605}" dt="2023-10-04T16:41:50.945" v="4466" actId="20577"/>
        <pc:sldMkLst>
          <pc:docMk/>
          <pc:sldMk cId="4029739120" sldId="774"/>
        </pc:sldMkLst>
      </pc:sldChg>
      <pc:sldChg chg="modSp new mod modTransition">
        <pc:chgData name="Marco Coraggio" userId="82d2aef7352d2ea4" providerId="LiveId" clId="{93BCF175-5A3E-4B0E-BC08-42F4EDD77605}" dt="2023-10-04T16:41:55.801" v="4468" actId="20577"/>
        <pc:sldMkLst>
          <pc:docMk/>
          <pc:sldMk cId="130545973" sldId="775"/>
        </pc:sldMkLst>
      </pc:sldChg>
      <pc:sldChg chg="modSp new mod">
        <pc:chgData name="Marco Coraggio" userId="82d2aef7352d2ea4" providerId="LiveId" clId="{93BCF175-5A3E-4B0E-BC08-42F4EDD77605}" dt="2023-10-09T12:32:04.081" v="4620" actId="5793"/>
        <pc:sldMkLst>
          <pc:docMk/>
          <pc:sldMk cId="234635174" sldId="776"/>
        </pc:sldMkLst>
      </pc:sldChg>
      <pc:sldMasterChg chg="delSldLayout modSldLayout sldLayoutOrd">
        <pc:chgData name="Marco Coraggio" userId="82d2aef7352d2ea4" providerId="LiveId" clId="{93BCF175-5A3E-4B0E-BC08-42F4EDD77605}" dt="2023-12-24T19:09:46.185" v="4815" actId="20578"/>
        <pc:sldMasterMkLst>
          <pc:docMk/>
          <pc:sldMasterMk cId="3947515158" sldId="2147483738"/>
        </pc:sldMasterMkLst>
        <pc:sldLayoutChg chg="addSp delSp modSp mod">
          <pc:chgData name="Marco Coraggio" userId="82d2aef7352d2ea4" providerId="LiveId" clId="{93BCF175-5A3E-4B0E-BC08-42F4EDD77605}" dt="2023-12-24T19:06:26.544" v="4808" actId="478"/>
          <pc:sldLayoutMkLst>
            <pc:docMk/>
            <pc:sldMasterMk cId="3947515158" sldId="2147483738"/>
            <pc:sldLayoutMk cId="2399670363" sldId="2147483739"/>
          </pc:sldLayoutMkLst>
        </pc:sldLayoutChg>
        <pc:sldLayoutChg chg="addSp delSp modSp mod">
          <pc:chgData name="Marco Coraggio" userId="82d2aef7352d2ea4" providerId="LiveId" clId="{93BCF175-5A3E-4B0E-BC08-42F4EDD77605}" dt="2023-12-24T19:07:55.738" v="4812" actId="21"/>
          <pc:sldLayoutMkLst>
            <pc:docMk/>
            <pc:sldMasterMk cId="3947515158" sldId="2147483738"/>
            <pc:sldLayoutMk cId="2398575185" sldId="2147483759"/>
          </pc:sldLayoutMkLst>
        </pc:sldLayoutChg>
        <pc:sldLayoutChg chg="modSp mod">
          <pc:chgData name="Marco Coraggio" userId="82d2aef7352d2ea4" providerId="LiveId" clId="{93BCF175-5A3E-4B0E-BC08-42F4EDD77605}" dt="2023-10-01T22:14:11.503" v="164" actId="6549"/>
          <pc:sldLayoutMkLst>
            <pc:docMk/>
            <pc:sldMasterMk cId="3947515158" sldId="2147483738"/>
            <pc:sldLayoutMk cId="3461586119" sldId="2147483760"/>
          </pc:sldLayoutMkLst>
        </pc:sldLayoutChg>
        <pc:sldLayoutChg chg="del">
          <pc:chgData name="Marco Coraggio" userId="82d2aef7352d2ea4" providerId="LiveId" clId="{93BCF175-5A3E-4B0E-BC08-42F4EDD77605}" dt="2023-10-01T22:15:37.498" v="179" actId="2696"/>
          <pc:sldLayoutMkLst>
            <pc:docMk/>
            <pc:sldMasterMk cId="3947515158" sldId="2147483738"/>
            <pc:sldLayoutMk cId="2589661843" sldId="2147483761"/>
          </pc:sldLayoutMkLst>
        </pc:sldLayoutChg>
        <pc:sldLayoutChg chg="modSp ord">
          <pc:chgData name="Marco Coraggio" userId="82d2aef7352d2ea4" providerId="LiveId" clId="{93BCF175-5A3E-4B0E-BC08-42F4EDD77605}" dt="2023-12-24T19:09:46.185" v="4815" actId="20578"/>
          <pc:sldLayoutMkLst>
            <pc:docMk/>
            <pc:sldMasterMk cId="3947515158" sldId="2147483738"/>
            <pc:sldLayoutMk cId="548420352" sldId="2147483764"/>
          </pc:sldLayoutMkLst>
        </pc:sldLayoutChg>
        <pc:sldLayoutChg chg="mod">
          <pc:chgData name="Marco Coraggio" userId="82d2aef7352d2ea4" providerId="LiveId" clId="{93BCF175-5A3E-4B0E-BC08-42F4EDD77605}" dt="2023-12-24T18:56:47.414" v="4797" actId="6014"/>
          <pc:sldLayoutMkLst>
            <pc:docMk/>
            <pc:sldMasterMk cId="3947515158" sldId="2147483738"/>
            <pc:sldLayoutMk cId="3396157634" sldId="2147483765"/>
          </pc:sldLayoutMkLst>
        </pc:sldLayoutChg>
        <pc:sldLayoutChg chg="modSp mod">
          <pc:chgData name="Marco Coraggio" userId="82d2aef7352d2ea4" providerId="LiveId" clId="{93BCF175-5A3E-4B0E-BC08-42F4EDD77605}" dt="2023-12-24T19:03:31.717" v="4798" actId="6014"/>
          <pc:sldLayoutMkLst>
            <pc:docMk/>
            <pc:sldMasterMk cId="3947515158" sldId="2147483738"/>
            <pc:sldLayoutMk cId="1222704745" sldId="2147483766"/>
          </pc:sldLayoutMkLst>
        </pc:sldLayoutChg>
        <pc:sldLayoutChg chg="modSp mod">
          <pc:chgData name="Marco Coraggio" userId="82d2aef7352d2ea4" providerId="LiveId" clId="{93BCF175-5A3E-4B0E-BC08-42F4EDD77605}" dt="2023-12-24T19:03:41.539" v="4799" actId="6014"/>
          <pc:sldLayoutMkLst>
            <pc:docMk/>
            <pc:sldMasterMk cId="3947515158" sldId="2147483738"/>
            <pc:sldLayoutMk cId="1966678313" sldId="2147483767"/>
          </pc:sldLayoutMkLst>
        </pc:sldLayoutChg>
      </pc:sldMasterChg>
    </pc:docChg>
  </pc:docChgLst>
  <pc:docChgLst>
    <pc:chgData name="Marco Coraggio" userId="82d2aef7352d2ea4" providerId="LiveId" clId="{39A95E81-796A-4F0F-8F33-577E838746DC}"/>
    <pc:docChg chg="custSel modSld">
      <pc:chgData name="Marco Coraggio" userId="82d2aef7352d2ea4" providerId="LiveId" clId="{39A95E81-796A-4F0F-8F33-577E838746DC}" dt="2020-11-02T17:21:28.034" v="125" actId="20577"/>
      <pc:docMkLst>
        <pc:docMk/>
      </pc:docMkLst>
      <pc:sldChg chg="addSp delSp modSp modAnim">
        <pc:chgData name="Marco Coraggio" userId="82d2aef7352d2ea4" providerId="LiveId" clId="{39A95E81-796A-4F0F-8F33-577E838746DC}" dt="2020-06-09T11:39:10.381" v="52"/>
        <pc:sldMkLst>
          <pc:docMk/>
          <pc:sldMk cId="139139127" sldId="753"/>
        </pc:sldMkLst>
      </pc:sldChg>
      <pc:sldChg chg="addSp delSp modSp mod delAnim modAnim">
        <pc:chgData name="Marco Coraggio" userId="82d2aef7352d2ea4" providerId="LiveId" clId="{39A95E81-796A-4F0F-8F33-577E838746DC}" dt="2020-11-02T17:21:28.034" v="125" actId="20577"/>
        <pc:sldMkLst>
          <pc:docMk/>
          <pc:sldMk cId="452280497" sldId="761"/>
        </pc:sldMkLst>
      </pc:sldChg>
    </pc:docChg>
  </pc:docChgLst>
  <pc:docChgLst>
    <pc:chgData name="Marco Coraggio" userId="82d2aef7352d2ea4" providerId="LiveId" clId="{D0CD16D8-A457-4287-AFAD-EC2C471AE452}"/>
    <pc:docChg chg="custSel modSld">
      <pc:chgData name="Marco Coraggio" userId="82d2aef7352d2ea4" providerId="LiveId" clId="{D0CD16D8-A457-4287-AFAD-EC2C471AE452}" dt="2020-01-11T21:45:26.420" v="11" actId="478"/>
      <pc:docMkLst>
        <pc:docMk/>
      </pc:docMkLst>
      <pc:sldChg chg="delSp modSp">
        <pc:chgData name="Marco Coraggio" userId="82d2aef7352d2ea4" providerId="LiveId" clId="{D0CD16D8-A457-4287-AFAD-EC2C471AE452}" dt="2020-01-11T21:45:26.420" v="11" actId="478"/>
        <pc:sldMkLst>
          <pc:docMk/>
          <pc:sldMk cId="468692417" sldId="752"/>
        </pc:sldMkLst>
      </pc:sldChg>
    </pc:docChg>
  </pc:docChgLst>
  <pc:docChgLst>
    <pc:chgData name="Marco Coraggio" userId="82d2aef7352d2ea4" providerId="LiveId" clId="{39B29120-7746-4E64-9F66-1F9CEA9E4D79}"/>
    <pc:docChg chg="undo redo custSel modSld modMainMaster">
      <pc:chgData name="Marco Coraggio" userId="82d2aef7352d2ea4" providerId="LiveId" clId="{39B29120-7746-4E64-9F66-1F9CEA9E4D79}" dt="2024-02-04T19:23:26.538" v="467" actId="6549"/>
      <pc:docMkLst>
        <pc:docMk/>
      </pc:docMkLst>
      <pc:sldChg chg="addSp modSp mod">
        <pc:chgData name="Marco Coraggio" userId="82d2aef7352d2ea4" providerId="LiveId" clId="{39B29120-7746-4E64-9F66-1F9CEA9E4D79}" dt="2024-02-03T20:25:47.282" v="110" actId="6549"/>
        <pc:sldMkLst>
          <pc:docMk/>
          <pc:sldMk cId="4251792544" sldId="756"/>
        </pc:sldMkLst>
      </pc:sldChg>
      <pc:sldChg chg="addSp delSp modSp mod delAnim modAnim">
        <pc:chgData name="Marco Coraggio" userId="82d2aef7352d2ea4" providerId="LiveId" clId="{39B29120-7746-4E64-9F66-1F9CEA9E4D79}" dt="2022-02-27T14:28:04.615" v="43" actId="478"/>
        <pc:sldMkLst>
          <pc:docMk/>
          <pc:sldMk cId="452280497" sldId="761"/>
        </pc:sldMkLst>
      </pc:sldChg>
      <pc:sldChg chg="addSp delSp modSp mod">
        <pc:chgData name="Marco Coraggio" userId="82d2aef7352d2ea4" providerId="LiveId" clId="{39B29120-7746-4E64-9F66-1F9CEA9E4D79}" dt="2024-02-04T19:23:26.538" v="467" actId="6549"/>
        <pc:sldMkLst>
          <pc:docMk/>
          <pc:sldMk cId="3792937642" sldId="764"/>
        </pc:sldMkLst>
      </pc:sldChg>
      <pc:sldChg chg="addSp modSp mod">
        <pc:chgData name="Marco Coraggio" userId="82d2aef7352d2ea4" providerId="LiveId" clId="{39B29120-7746-4E64-9F66-1F9CEA9E4D79}" dt="2024-02-03T20:26:02.268" v="120" actId="6549"/>
        <pc:sldMkLst>
          <pc:docMk/>
          <pc:sldMk cId="4140495489" sldId="765"/>
        </pc:sldMkLst>
      </pc:sldChg>
      <pc:sldChg chg="modSp mod">
        <pc:chgData name="Marco Coraggio" userId="82d2aef7352d2ea4" providerId="LiveId" clId="{39B29120-7746-4E64-9F66-1F9CEA9E4D79}" dt="2024-02-03T20:25:32.324" v="93" actId="6549"/>
        <pc:sldMkLst>
          <pc:docMk/>
          <pc:sldMk cId="2830506704" sldId="766"/>
        </pc:sldMkLst>
      </pc:sldChg>
      <pc:sldChg chg="addSp delSp modSp mod">
        <pc:chgData name="Marco Coraggio" userId="82d2aef7352d2ea4" providerId="LiveId" clId="{39B29120-7746-4E64-9F66-1F9CEA9E4D79}" dt="2024-02-04T19:16:17.555" v="455" actId="12788"/>
        <pc:sldMkLst>
          <pc:docMk/>
          <pc:sldMk cId="1336148719" sldId="768"/>
        </pc:sldMkLst>
      </pc:sldChg>
      <pc:sldMasterChg chg="addSldLayout modSldLayout">
        <pc:chgData name="Marco Coraggio" userId="82d2aef7352d2ea4" providerId="LiveId" clId="{39B29120-7746-4E64-9F66-1F9CEA9E4D79}" dt="2024-02-03T20:29:50.712" v="213" actId="20577"/>
        <pc:sldMasterMkLst>
          <pc:docMk/>
          <pc:sldMasterMk cId="3947515158" sldId="2147483738"/>
        </pc:sldMasterMkLst>
        <pc:sldLayoutChg chg="mod">
          <pc:chgData name="Marco Coraggio" userId="82d2aef7352d2ea4" providerId="LiveId" clId="{39B29120-7746-4E64-9F66-1F9CEA9E4D79}" dt="2022-08-11T13:46:46.865" v="44" actId="6014"/>
          <pc:sldLayoutMkLst>
            <pc:docMk/>
            <pc:sldMasterMk cId="3947515158" sldId="2147483738"/>
            <pc:sldLayoutMk cId="548420352" sldId="2147483764"/>
          </pc:sldLayoutMkLst>
        </pc:sldLayoutChg>
        <pc:sldLayoutChg chg="modSp mod">
          <pc:chgData name="Marco Coraggio" userId="82d2aef7352d2ea4" providerId="LiveId" clId="{39B29120-7746-4E64-9F66-1F9CEA9E4D79}" dt="2024-02-03T20:29:50.712" v="213" actId="20577"/>
          <pc:sldLayoutMkLst>
            <pc:docMk/>
            <pc:sldMasterMk cId="3947515158" sldId="2147483738"/>
            <pc:sldLayoutMk cId="3396157634" sldId="2147483765"/>
          </pc:sldLayoutMkLst>
        </pc:sldLayoutChg>
        <pc:sldLayoutChg chg="delSp modSp add mod modTransition">
          <pc:chgData name="Marco Coraggio" userId="82d2aef7352d2ea4" providerId="LiveId" clId="{39B29120-7746-4E64-9F66-1F9CEA9E4D79}" dt="2022-08-27T18:56:44.726" v="52" actId="6014"/>
          <pc:sldLayoutMkLst>
            <pc:docMk/>
            <pc:sldMasterMk cId="3947515158" sldId="2147483738"/>
            <pc:sldLayoutMk cId="1222704745" sldId="2147483766"/>
          </pc:sldLayoutMkLst>
        </pc:sldLayoutChg>
        <pc:sldLayoutChg chg="delSp modSp add mod modTransition">
          <pc:chgData name="Marco Coraggio" userId="82d2aef7352d2ea4" providerId="LiveId" clId="{39B29120-7746-4E64-9F66-1F9CEA9E4D79}" dt="2022-08-27T18:57:38.990" v="58" actId="6014"/>
          <pc:sldLayoutMkLst>
            <pc:docMk/>
            <pc:sldMasterMk cId="3947515158" sldId="2147483738"/>
            <pc:sldLayoutMk cId="1966678313" sldId="2147483767"/>
          </pc:sldLayoutMkLst>
        </pc:sldLayoutChg>
      </pc:sldMasterChg>
    </pc:docChg>
  </pc:docChgLst>
  <pc:docChgLst>
    <pc:chgData name="Marco Coraggio" userId="82d2aef7352d2ea4" providerId="LiveId" clId="{C0DEC53E-63C8-49C8-92E5-466057B98108}"/>
    <pc:docChg chg="undo redo custSel modSld modMainMaster">
      <pc:chgData name="Marco Coraggio" userId="82d2aef7352d2ea4" providerId="LiveId" clId="{C0DEC53E-63C8-49C8-92E5-466057B98108}" dt="2020-01-31T16:28:38.032" v="57" actId="478"/>
      <pc:docMkLst>
        <pc:docMk/>
      </pc:docMkLst>
      <pc:sldChg chg="delSp modSp">
        <pc:chgData name="Marco Coraggio" userId="82d2aef7352d2ea4" providerId="LiveId" clId="{C0DEC53E-63C8-49C8-92E5-466057B98108}" dt="2020-01-31T16:28:30.247" v="44" actId="478"/>
        <pc:sldMkLst>
          <pc:docMk/>
          <pc:sldMk cId="139139127" sldId="753"/>
        </pc:sldMkLst>
      </pc:sldChg>
      <pc:sldChg chg="delSp modSp">
        <pc:chgData name="Marco Coraggio" userId="82d2aef7352d2ea4" providerId="LiveId" clId="{C0DEC53E-63C8-49C8-92E5-466057B98108}" dt="2020-01-31T16:28:38.032" v="57" actId="478"/>
        <pc:sldMkLst>
          <pc:docMk/>
          <pc:sldMk cId="452280497" sldId="761"/>
        </pc:sldMkLst>
      </pc:sldChg>
      <pc:sldMasterChg chg="modSldLayout">
        <pc:chgData name="Marco Coraggio" userId="82d2aef7352d2ea4" providerId="LiveId" clId="{C0DEC53E-63C8-49C8-92E5-466057B98108}" dt="2020-01-31T14:10:50.573" v="11" actId="14100"/>
        <pc:sldMasterMkLst>
          <pc:docMk/>
          <pc:sldMasterMk cId="3947515158" sldId="2147483738"/>
        </pc:sldMasterMkLst>
        <pc:sldLayoutChg chg="modSp">
          <pc:chgData name="Marco Coraggio" userId="82d2aef7352d2ea4" providerId="LiveId" clId="{C0DEC53E-63C8-49C8-92E5-466057B98108}" dt="2020-01-31T14:09:59.172" v="0" actId="14100"/>
          <pc:sldLayoutMkLst>
            <pc:docMk/>
            <pc:sldMasterMk cId="3947515158" sldId="2147483738"/>
            <pc:sldLayoutMk cId="3720983738" sldId="2147483740"/>
          </pc:sldLayoutMkLst>
        </pc:sldLayoutChg>
        <pc:sldLayoutChg chg="addSp delSp">
          <pc:chgData name="Marco Coraggio" userId="82d2aef7352d2ea4" providerId="LiveId" clId="{C0DEC53E-63C8-49C8-92E5-466057B98108}" dt="2020-01-31T14:10:18.962" v="2"/>
          <pc:sldLayoutMkLst>
            <pc:docMk/>
            <pc:sldMasterMk cId="3947515158" sldId="2147483738"/>
            <pc:sldLayoutMk cId="3461586119" sldId="2147483760"/>
          </pc:sldLayoutMkLst>
        </pc:sldLayoutChg>
        <pc:sldLayoutChg chg="addSp delSp">
          <pc:chgData name="Marco Coraggio" userId="82d2aef7352d2ea4" providerId="LiveId" clId="{C0DEC53E-63C8-49C8-92E5-466057B98108}" dt="2020-01-31T14:10:22.383" v="4"/>
          <pc:sldLayoutMkLst>
            <pc:docMk/>
            <pc:sldMasterMk cId="3947515158" sldId="2147483738"/>
            <pc:sldLayoutMk cId="2589661843" sldId="2147483761"/>
          </pc:sldLayoutMkLst>
        </pc:sldLayoutChg>
        <pc:sldLayoutChg chg="modSp">
          <pc:chgData name="Marco Coraggio" userId="82d2aef7352d2ea4" providerId="LiveId" clId="{C0DEC53E-63C8-49C8-92E5-466057B98108}" dt="2020-01-31T14:10:50.573" v="11" actId="14100"/>
          <pc:sldLayoutMkLst>
            <pc:docMk/>
            <pc:sldMasterMk cId="3947515158" sldId="2147483738"/>
            <pc:sldLayoutMk cId="2738816226" sldId="2147483762"/>
          </pc:sldLayoutMkLst>
        </pc:sldLayoutChg>
      </pc:sldMasterChg>
    </pc:docChg>
  </pc:docChgLst>
  <pc:docChgLst>
    <pc:chgData name="Marco Coraggio" userId="82d2aef7352d2ea4" providerId="LiveId" clId="{19BF34CE-E80F-484B-93FF-8F93C85B6429}"/>
    <pc:docChg chg="custSel modSld">
      <pc:chgData name="Marco Coraggio" userId="82d2aef7352d2ea4" providerId="LiveId" clId="{19BF34CE-E80F-484B-93FF-8F93C85B6429}" dt="2021-06-07T14:12:41.066" v="58" actId="478"/>
      <pc:docMkLst>
        <pc:docMk/>
      </pc:docMkLst>
      <pc:sldChg chg="delSp modSp mod">
        <pc:chgData name="Marco Coraggio" userId="82d2aef7352d2ea4" providerId="LiveId" clId="{19BF34CE-E80F-484B-93FF-8F93C85B6429}" dt="2021-06-07T14:10:51.004" v="11" actId="478"/>
        <pc:sldMkLst>
          <pc:docMk/>
          <pc:sldMk cId="468692417" sldId="752"/>
        </pc:sldMkLst>
      </pc:sldChg>
      <pc:sldChg chg="delSp modSp mod">
        <pc:chgData name="Marco Coraggio" userId="82d2aef7352d2ea4" providerId="LiveId" clId="{19BF34CE-E80F-484B-93FF-8F93C85B6429}" dt="2021-06-07T14:12:41.066" v="58" actId="478"/>
        <pc:sldMkLst>
          <pc:docMk/>
          <pc:sldMk cId="139139127" sldId="753"/>
        </pc:sldMkLst>
      </pc:sldChg>
      <pc:sldChg chg="delSp modSp mod">
        <pc:chgData name="Marco Coraggio" userId="82d2aef7352d2ea4" providerId="LiveId" clId="{19BF34CE-E80F-484B-93FF-8F93C85B6429}" dt="2021-06-07T14:11:13.553" v="42" actId="478"/>
        <pc:sldMkLst>
          <pc:docMk/>
          <pc:sldMk cId="452280497" sldId="761"/>
        </pc:sldMkLst>
      </pc:sldChg>
    </pc:docChg>
  </pc:docChgLst>
  <pc:docChgLst>
    <pc:chgData name="Marco Coraggio" userId="82d2aef7352d2ea4" providerId="LiveId" clId="{DDF9A6F0-0FD4-4B05-BE28-7F1D8372433F}"/>
    <pc:docChg chg="modSld">
      <pc:chgData name="Marco Coraggio" userId="82d2aef7352d2ea4" providerId="LiveId" clId="{DDF9A6F0-0FD4-4B05-BE28-7F1D8372433F}" dt="2021-05-12T12:55:12.578" v="7"/>
      <pc:docMkLst>
        <pc:docMk/>
      </pc:docMkLst>
      <pc:sldChg chg="modSp">
        <pc:chgData name="Marco Coraggio" userId="82d2aef7352d2ea4" providerId="LiveId" clId="{DDF9A6F0-0FD4-4B05-BE28-7F1D8372433F}" dt="2021-05-12T12:54:39.363" v="1"/>
        <pc:sldMkLst>
          <pc:docMk/>
          <pc:sldMk cId="452280497" sldId="761"/>
        </pc:sldMkLst>
      </pc:sldChg>
      <pc:sldChg chg="addSp delSp modSp modAnim">
        <pc:chgData name="Marco Coraggio" userId="82d2aef7352d2ea4" providerId="LiveId" clId="{DDF9A6F0-0FD4-4B05-BE28-7F1D8372433F}" dt="2021-05-12T12:55:12.578" v="7"/>
        <pc:sldMkLst>
          <pc:docMk/>
          <pc:sldMk cId="2168955683" sldId="762"/>
        </pc:sldMkLst>
      </pc:sldChg>
    </pc:docChg>
  </pc:docChgLst>
  <pc:docChgLst>
    <pc:chgData name="Marco Coraggio" userId="82d2aef7352d2ea4" providerId="LiveId" clId="{E652A0E5-56C1-456F-8664-8886302CAF3D}"/>
    <pc:docChg chg="undo custSel addSld delSld modSld modSection">
      <pc:chgData name="Marco Coraggio" userId="82d2aef7352d2ea4" providerId="LiveId" clId="{E652A0E5-56C1-456F-8664-8886302CAF3D}" dt="2021-02-05T17:01:13.771" v="59" actId="20577"/>
      <pc:docMkLst>
        <pc:docMk/>
      </pc:docMkLst>
      <pc:sldChg chg="addSp delSp modSp mod chgLayout">
        <pc:chgData name="Marco Coraggio" userId="82d2aef7352d2ea4" providerId="LiveId" clId="{E652A0E5-56C1-456F-8664-8886302CAF3D}" dt="2021-01-19T13:07:48.660" v="12" actId="20577"/>
        <pc:sldMkLst>
          <pc:docMk/>
          <pc:sldMk cId="99326059" sldId="754"/>
        </pc:sldMkLst>
      </pc:sldChg>
      <pc:sldChg chg="addSp delSp modSp mod chgLayout">
        <pc:chgData name="Marco Coraggio" userId="82d2aef7352d2ea4" providerId="LiveId" clId="{E652A0E5-56C1-456F-8664-8886302CAF3D}" dt="2021-01-19T13:08:27.082" v="15" actId="6549"/>
        <pc:sldMkLst>
          <pc:docMk/>
          <pc:sldMk cId="462322865" sldId="755"/>
        </pc:sldMkLst>
      </pc:sldChg>
      <pc:sldChg chg="modSp mod">
        <pc:chgData name="Marco Coraggio" userId="82d2aef7352d2ea4" providerId="LiveId" clId="{E652A0E5-56C1-456F-8664-8886302CAF3D}" dt="2021-01-19T13:05:37.908" v="9" actId="1035"/>
        <pc:sldMkLst>
          <pc:docMk/>
          <pc:sldMk cId="452280497" sldId="761"/>
        </pc:sldMkLst>
      </pc:sldChg>
      <pc:sldChg chg="addSp delSp modSp new del mod delAnim modAnim">
        <pc:chgData name="Marco Coraggio" userId="82d2aef7352d2ea4" providerId="LiveId" clId="{E652A0E5-56C1-456F-8664-8886302CAF3D}" dt="2021-02-05T16:58:18.576" v="27" actId="47"/>
        <pc:sldMkLst>
          <pc:docMk/>
          <pc:sldMk cId="1879667669" sldId="767"/>
        </pc:sldMkLst>
      </pc:sldChg>
      <pc:sldChg chg="new del">
        <pc:chgData name="Marco Coraggio" userId="82d2aef7352d2ea4" providerId="LiveId" clId="{E652A0E5-56C1-456F-8664-8886302CAF3D}" dt="2021-02-05T16:57:30.892" v="17" actId="680"/>
        <pc:sldMkLst>
          <pc:docMk/>
          <pc:sldMk cId="3566664085" sldId="767"/>
        </pc:sldMkLst>
      </pc:sldChg>
      <pc:sldChg chg="addSp delSp modSp new mod modAnim">
        <pc:chgData name="Marco Coraggio" userId="82d2aef7352d2ea4" providerId="LiveId" clId="{E652A0E5-56C1-456F-8664-8886302CAF3D}" dt="2021-02-05T17:01:13.771" v="59" actId="20577"/>
        <pc:sldMkLst>
          <pc:docMk/>
          <pc:sldMk cId="1336148719" sldId="768"/>
        </pc:sldMkLst>
      </pc:sldChg>
    </pc:docChg>
  </pc:docChgLst>
  <pc:docChgLst>
    <pc:chgData name="Marco Coraggio" userId="82d2aef7352d2ea4" providerId="LiveId" clId="{AD0E5FFF-5C0A-41B0-A327-D6CB8FB00872}"/>
    <pc:docChg chg="modSld">
      <pc:chgData name="Marco Coraggio" userId="82d2aef7352d2ea4" providerId="LiveId" clId="{AD0E5FFF-5C0A-41B0-A327-D6CB8FB00872}" dt="2024-08-03T00:23:03.902" v="1" actId="20577"/>
      <pc:docMkLst>
        <pc:docMk/>
      </pc:docMkLst>
      <pc:sldChg chg="modSp mod">
        <pc:chgData name="Marco Coraggio" userId="82d2aef7352d2ea4" providerId="LiveId" clId="{AD0E5FFF-5C0A-41B0-A327-D6CB8FB00872}" dt="2024-08-03T00:23:03.902" v="1" actId="20577"/>
        <pc:sldMkLst>
          <pc:docMk/>
          <pc:sldMk cId="3792937642" sldId="764"/>
        </pc:sldMkLst>
      </pc:sldChg>
    </pc:docChg>
  </pc:docChgLst>
  <pc:docChgLst>
    <pc:chgData name="Marco Coraggio" userId="82d2aef7352d2ea4" providerId="LiveId" clId="{25E8CACF-7CAD-4CF9-9A88-C0BC2CD68457}"/>
    <pc:docChg chg="undo modSld">
      <pc:chgData name="Marco Coraggio" userId="82d2aef7352d2ea4" providerId="LiveId" clId="{25E8CACF-7CAD-4CF9-9A88-C0BC2CD68457}" dt="2019-12-11T13:07:17.611" v="29"/>
      <pc:docMkLst>
        <pc:docMk/>
      </pc:docMkLst>
      <pc:sldChg chg="modSp">
        <pc:chgData name="Marco Coraggio" userId="82d2aef7352d2ea4" providerId="LiveId" clId="{25E8CACF-7CAD-4CF9-9A88-C0BC2CD68457}" dt="2019-12-11T13:07:17.611" v="29"/>
        <pc:sldMkLst>
          <pc:docMk/>
          <pc:sldMk cId="2783164832" sldId="750"/>
        </pc:sldMkLst>
      </pc:sldChg>
      <pc:sldChg chg="modSp">
        <pc:chgData name="Marco Coraggio" userId="82d2aef7352d2ea4" providerId="LiveId" clId="{25E8CACF-7CAD-4CF9-9A88-C0BC2CD68457}" dt="2019-12-04T11:11:04.882" v="21" actId="207"/>
        <pc:sldMkLst>
          <pc:docMk/>
          <pc:sldMk cId="468692417" sldId="752"/>
        </pc:sldMkLst>
      </pc:sldChg>
      <pc:sldChg chg="modSp">
        <pc:chgData name="Marco Coraggio" userId="82d2aef7352d2ea4" providerId="LiveId" clId="{25E8CACF-7CAD-4CF9-9A88-C0BC2CD68457}" dt="2019-12-11T13:04:57.369" v="28" actId="20577"/>
        <pc:sldMkLst>
          <pc:docMk/>
          <pc:sldMk cId="139139127" sldId="753"/>
        </pc:sldMkLst>
      </pc:sldChg>
      <pc:sldChg chg="modSp">
        <pc:chgData name="Marco Coraggio" userId="82d2aef7352d2ea4" providerId="LiveId" clId="{25E8CACF-7CAD-4CF9-9A88-C0BC2CD68457}" dt="2019-12-11T13:03:04.448" v="27" actId="6549"/>
        <pc:sldMkLst>
          <pc:docMk/>
          <pc:sldMk cId="99326059" sldId="754"/>
        </pc:sldMkLst>
      </pc:sldChg>
      <pc:sldChg chg="addSp delSp modSp modAnim">
        <pc:chgData name="Marco Coraggio" userId="82d2aef7352d2ea4" providerId="LiveId" clId="{25E8CACF-7CAD-4CF9-9A88-C0BC2CD68457}" dt="2019-12-04T11:04:49.328" v="7" actId="207"/>
        <pc:sldMkLst>
          <pc:docMk/>
          <pc:sldMk cId="452280497" sldId="76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5BA53C-460B-4E8B-A74E-0DC8BAF7D2AC}" type="doc">
      <dgm:prSet loTypeId="urn:microsoft.com/office/officeart/2005/8/layout/hierarchy2" loCatId="hierarchy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3D641CC3-1BD3-429D-9EE8-C8B95D2C8E9F}">
      <dgm:prSet phldrT="[Text]" custT="1"/>
      <dgm:spPr>
        <a:solidFill>
          <a:srgbClr val="EEF5FC"/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a tree</a:t>
          </a:r>
          <a:endParaRPr lang="en-US" sz="1400" dirty="0">
            <a:solidFill>
              <a:schemeClr val="tx1"/>
            </a:solidFill>
          </a:endParaRPr>
        </a:p>
      </dgm:t>
    </dgm:pt>
    <dgm:pt modelId="{55389D98-EF18-4D20-B954-015C6223614C}" type="parTrans" cxnId="{27CDDCD2-4878-4FA3-AF12-20DA7239B8B6}">
      <dgm:prSet/>
      <dgm:spPr/>
      <dgm:t>
        <a:bodyPr/>
        <a:lstStyle/>
        <a:p>
          <a:endParaRPr lang="en-US"/>
        </a:p>
      </dgm:t>
    </dgm:pt>
    <dgm:pt modelId="{AA679665-C499-4F13-8AA0-2EB571B6BEF7}" type="sibTrans" cxnId="{27CDDCD2-4878-4FA3-AF12-20DA7239B8B6}">
      <dgm:prSet/>
      <dgm:spPr/>
      <dgm:t>
        <a:bodyPr/>
        <a:lstStyle/>
        <a:p>
          <a:endParaRPr lang="en-US"/>
        </a:p>
      </dgm:t>
    </dgm:pt>
    <dgm:pt modelId="{156DB481-7E14-4D9E-A1F8-51EDF55372DF}">
      <dgm:prSet phldrT="[Text]" custT="1"/>
      <dgm:spPr>
        <a:solidFill>
          <a:srgbClr val="EEF5FC"/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/>
            <a:t>of</a:t>
          </a:r>
        </a:p>
      </dgm:t>
    </dgm:pt>
    <dgm:pt modelId="{A4BB7120-E96C-4844-8D54-0D3C3A4D05A8}" type="parTrans" cxnId="{32BB794B-942D-4C48-AF7E-CF8039D33583}">
      <dgm:prSet/>
      <dgm:spPr>
        <a:ln w="28575">
          <a:solidFill>
            <a:schemeClr val="accent5"/>
          </a:solidFill>
          <a:headEnd type="none" w="med" len="med"/>
          <a:tailEnd type="triangle" w="lg" len="lg"/>
        </a:ln>
      </dgm:spPr>
      <dgm:t>
        <a:bodyPr/>
        <a:lstStyle/>
        <a:p>
          <a:endParaRPr lang="en-US"/>
        </a:p>
      </dgm:t>
    </dgm:pt>
    <dgm:pt modelId="{C4A4AF39-5256-4B49-91A5-96ED2A805E94}" type="sibTrans" cxnId="{32BB794B-942D-4C48-AF7E-CF8039D33583}">
      <dgm:prSet/>
      <dgm:spPr/>
      <dgm:t>
        <a:bodyPr/>
        <a:lstStyle/>
        <a:p>
          <a:endParaRPr lang="en-US"/>
        </a:p>
      </dgm:t>
    </dgm:pt>
    <dgm:pt modelId="{7D746F77-F001-4419-A7DF-572A8BA3C02A}">
      <dgm:prSet phldrT="[Text]" custT="1"/>
      <dgm:spPr>
        <a:solidFill>
          <a:srgbClr val="EEF5FC"/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/>
            <a:t>relations</a:t>
          </a:r>
        </a:p>
      </dgm:t>
    </dgm:pt>
    <dgm:pt modelId="{B4FF7FB5-55AA-48FA-9826-AD43013A3C90}" type="parTrans" cxnId="{321398C3-875F-48D2-8B1A-1F1037A4F37C}">
      <dgm:prSet/>
      <dgm:spPr>
        <a:ln w="28575">
          <a:solidFill>
            <a:schemeClr val="accent5"/>
          </a:solidFill>
          <a:headEnd type="none" w="med" len="med"/>
          <a:tailEnd type="triangle" w="lg" len="lg"/>
        </a:ln>
      </dgm:spPr>
      <dgm:t>
        <a:bodyPr/>
        <a:lstStyle/>
        <a:p>
          <a:endParaRPr lang="en-US"/>
        </a:p>
      </dgm:t>
    </dgm:pt>
    <dgm:pt modelId="{D3370FF7-C23B-49A6-9D7C-EB0487471384}" type="sibTrans" cxnId="{321398C3-875F-48D2-8B1A-1F1037A4F37C}">
      <dgm:prSet/>
      <dgm:spPr/>
      <dgm:t>
        <a:bodyPr/>
        <a:lstStyle/>
        <a:p>
          <a:endParaRPr lang="en-US"/>
        </a:p>
      </dgm:t>
    </dgm:pt>
    <dgm:pt modelId="{348B8B29-CBD7-40F6-8144-0D2571413E9C}">
      <dgm:prSet phldrT="[Text]" custT="1"/>
      <dgm:spPr>
        <a:solidFill>
          <a:srgbClr val="EEF5FC"/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2000" dirty="0"/>
            <a:t>…</a:t>
          </a:r>
        </a:p>
      </dgm:t>
    </dgm:pt>
    <dgm:pt modelId="{87059D1F-6339-4A47-A834-B797BD0A1C7C}" type="parTrans" cxnId="{731049AE-62E1-47FD-9F2B-D9720AB271E4}">
      <dgm:prSet/>
      <dgm:spPr>
        <a:ln w="28575">
          <a:solidFill>
            <a:schemeClr val="accent5"/>
          </a:solidFill>
          <a:tailEnd type="triangle" w="lg" len="lg"/>
        </a:ln>
      </dgm:spPr>
      <dgm:t>
        <a:bodyPr/>
        <a:lstStyle/>
        <a:p>
          <a:endParaRPr lang="en-US"/>
        </a:p>
      </dgm:t>
    </dgm:pt>
    <dgm:pt modelId="{EA84DCF0-A175-42EA-8579-862F33604DF9}" type="sibTrans" cxnId="{731049AE-62E1-47FD-9F2B-D9720AB271E4}">
      <dgm:prSet/>
      <dgm:spPr/>
      <dgm:t>
        <a:bodyPr/>
        <a:lstStyle/>
        <a:p>
          <a:endParaRPr lang="en-US"/>
        </a:p>
      </dgm:t>
    </dgm:pt>
    <dgm:pt modelId="{A3ADD0E0-B849-4955-85CE-C45CF8A4E128}" type="pres">
      <dgm:prSet presAssocID="{7C5BA53C-460B-4E8B-A74E-0DC8BAF7D2A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77795F6-2EA9-45A0-AFAF-932936745BF7}" type="pres">
      <dgm:prSet presAssocID="{3D641CC3-1BD3-429D-9EE8-C8B95D2C8E9F}" presName="root1" presStyleCnt="0"/>
      <dgm:spPr/>
    </dgm:pt>
    <dgm:pt modelId="{4B90F2B9-5760-4C30-8A77-8EF1B0E51A80}" type="pres">
      <dgm:prSet presAssocID="{3D641CC3-1BD3-429D-9EE8-C8B95D2C8E9F}" presName="LevelOneTextNode" presStyleLbl="node0" presStyleIdx="0" presStyleCnt="1" custScaleX="232140" custLinFactNeighborX="-39755" custLinFactNeighborY="80">
        <dgm:presLayoutVars>
          <dgm:chPref val="3"/>
        </dgm:presLayoutVars>
      </dgm:prSet>
      <dgm:spPr>
        <a:prstGeom prst="roundRect">
          <a:avLst/>
        </a:prstGeom>
      </dgm:spPr>
    </dgm:pt>
    <dgm:pt modelId="{A5760B29-5389-4E3A-A488-B062489CEA09}" type="pres">
      <dgm:prSet presAssocID="{3D641CC3-1BD3-429D-9EE8-C8B95D2C8E9F}" presName="level2hierChild" presStyleCnt="0"/>
      <dgm:spPr/>
    </dgm:pt>
    <dgm:pt modelId="{5F12B469-7914-4ABA-840A-913282CE5FC3}" type="pres">
      <dgm:prSet presAssocID="{A4BB7120-E96C-4844-8D54-0D3C3A4D05A8}" presName="conn2-1" presStyleLbl="parChTrans1D2" presStyleIdx="0" presStyleCnt="3"/>
      <dgm:spPr/>
    </dgm:pt>
    <dgm:pt modelId="{247EDBD6-9D50-4F4E-926F-75769221A771}" type="pres">
      <dgm:prSet presAssocID="{A4BB7120-E96C-4844-8D54-0D3C3A4D05A8}" presName="connTx" presStyleLbl="parChTrans1D2" presStyleIdx="0" presStyleCnt="3"/>
      <dgm:spPr/>
    </dgm:pt>
    <dgm:pt modelId="{0CB06E9F-B8BA-4C09-B746-4C87472BC9FC}" type="pres">
      <dgm:prSet presAssocID="{156DB481-7E14-4D9E-A1F8-51EDF55372DF}" presName="root2" presStyleCnt="0"/>
      <dgm:spPr/>
    </dgm:pt>
    <dgm:pt modelId="{2D139C1E-E7AF-43C4-B230-41F302D1A1F8}" type="pres">
      <dgm:prSet presAssocID="{156DB481-7E14-4D9E-A1F8-51EDF55372DF}" presName="LevelTwoTextNode" presStyleLbl="node2" presStyleIdx="0" presStyleCnt="3" custScaleX="530606" custLinFactNeighborY="0">
        <dgm:presLayoutVars>
          <dgm:chPref val="3"/>
        </dgm:presLayoutVars>
      </dgm:prSet>
      <dgm:spPr>
        <a:prstGeom prst="roundRect">
          <a:avLst/>
        </a:prstGeom>
      </dgm:spPr>
    </dgm:pt>
    <dgm:pt modelId="{57C91022-1A55-4A6E-8457-D3618436EBE1}" type="pres">
      <dgm:prSet presAssocID="{156DB481-7E14-4D9E-A1F8-51EDF55372DF}" presName="level3hierChild" presStyleCnt="0"/>
      <dgm:spPr/>
    </dgm:pt>
    <dgm:pt modelId="{3772ED64-091A-4142-88FE-4E941AFAA2A1}" type="pres">
      <dgm:prSet presAssocID="{B4FF7FB5-55AA-48FA-9826-AD43013A3C90}" presName="conn2-1" presStyleLbl="parChTrans1D2" presStyleIdx="1" presStyleCnt="3"/>
      <dgm:spPr/>
    </dgm:pt>
    <dgm:pt modelId="{13AB3E4A-767F-4B82-B2F3-6789D9A05E31}" type="pres">
      <dgm:prSet presAssocID="{B4FF7FB5-55AA-48FA-9826-AD43013A3C90}" presName="connTx" presStyleLbl="parChTrans1D2" presStyleIdx="1" presStyleCnt="3"/>
      <dgm:spPr/>
    </dgm:pt>
    <dgm:pt modelId="{E4543BCF-B43E-4E4A-BF64-E44E03A13E19}" type="pres">
      <dgm:prSet presAssocID="{7D746F77-F001-4419-A7DF-572A8BA3C02A}" presName="root2" presStyleCnt="0"/>
      <dgm:spPr/>
    </dgm:pt>
    <dgm:pt modelId="{834CD1DE-2D6C-4F11-9B45-7CB794A8541E}" type="pres">
      <dgm:prSet presAssocID="{7D746F77-F001-4419-A7DF-572A8BA3C02A}" presName="LevelTwoTextNode" presStyleLbl="node2" presStyleIdx="1" presStyleCnt="3" custScaleX="530606">
        <dgm:presLayoutVars>
          <dgm:chPref val="3"/>
        </dgm:presLayoutVars>
      </dgm:prSet>
      <dgm:spPr>
        <a:prstGeom prst="roundRect">
          <a:avLst/>
        </a:prstGeom>
      </dgm:spPr>
    </dgm:pt>
    <dgm:pt modelId="{33675573-E3B9-44D3-A694-A5E45743D064}" type="pres">
      <dgm:prSet presAssocID="{7D746F77-F001-4419-A7DF-572A8BA3C02A}" presName="level3hierChild" presStyleCnt="0"/>
      <dgm:spPr/>
    </dgm:pt>
    <dgm:pt modelId="{497348AC-5B53-4C00-A2EA-2D93A06C732B}" type="pres">
      <dgm:prSet presAssocID="{87059D1F-6339-4A47-A834-B797BD0A1C7C}" presName="conn2-1" presStyleLbl="parChTrans1D2" presStyleIdx="2" presStyleCnt="3"/>
      <dgm:spPr/>
    </dgm:pt>
    <dgm:pt modelId="{E753521C-1DE5-4B82-8FA5-DA30E4D50E05}" type="pres">
      <dgm:prSet presAssocID="{87059D1F-6339-4A47-A834-B797BD0A1C7C}" presName="connTx" presStyleLbl="parChTrans1D2" presStyleIdx="2" presStyleCnt="3"/>
      <dgm:spPr/>
    </dgm:pt>
    <dgm:pt modelId="{EFAA9C84-4E44-490B-A98D-462FB952D1DE}" type="pres">
      <dgm:prSet presAssocID="{348B8B29-CBD7-40F6-8144-0D2571413E9C}" presName="root2" presStyleCnt="0"/>
      <dgm:spPr/>
    </dgm:pt>
    <dgm:pt modelId="{FFC00012-3B31-4E71-BB1C-854C72E53CF8}" type="pres">
      <dgm:prSet presAssocID="{348B8B29-CBD7-40F6-8144-0D2571413E9C}" presName="LevelTwoTextNode" presStyleLbl="node2" presStyleIdx="2" presStyleCnt="3" custScaleX="530606">
        <dgm:presLayoutVars>
          <dgm:chPref val="3"/>
        </dgm:presLayoutVars>
      </dgm:prSet>
      <dgm:spPr/>
    </dgm:pt>
    <dgm:pt modelId="{B5477D15-13D0-46B7-8671-838D562A58D7}" type="pres">
      <dgm:prSet presAssocID="{348B8B29-CBD7-40F6-8144-0D2571413E9C}" presName="level3hierChild" presStyleCnt="0"/>
      <dgm:spPr/>
    </dgm:pt>
  </dgm:ptLst>
  <dgm:cxnLst>
    <dgm:cxn modelId="{00736A02-7358-471D-8871-908613F7EA32}" type="presOf" srcId="{348B8B29-CBD7-40F6-8144-0D2571413E9C}" destId="{FFC00012-3B31-4E71-BB1C-854C72E53CF8}" srcOrd="0" destOrd="0" presId="urn:microsoft.com/office/officeart/2005/8/layout/hierarchy2"/>
    <dgm:cxn modelId="{87DC9827-1DCC-41E2-A32D-C2B85E07382F}" type="presOf" srcId="{3D641CC3-1BD3-429D-9EE8-C8B95D2C8E9F}" destId="{4B90F2B9-5760-4C30-8A77-8EF1B0E51A80}" srcOrd="0" destOrd="0" presId="urn:microsoft.com/office/officeart/2005/8/layout/hierarchy2"/>
    <dgm:cxn modelId="{65AA0967-B6DE-4D35-915B-86804CB22F9A}" type="presOf" srcId="{87059D1F-6339-4A47-A834-B797BD0A1C7C}" destId="{E753521C-1DE5-4B82-8FA5-DA30E4D50E05}" srcOrd="1" destOrd="0" presId="urn:microsoft.com/office/officeart/2005/8/layout/hierarchy2"/>
    <dgm:cxn modelId="{5CB3B969-C542-455C-8909-281CB3B97091}" type="presOf" srcId="{7D746F77-F001-4419-A7DF-572A8BA3C02A}" destId="{834CD1DE-2D6C-4F11-9B45-7CB794A8541E}" srcOrd="0" destOrd="0" presId="urn:microsoft.com/office/officeart/2005/8/layout/hierarchy2"/>
    <dgm:cxn modelId="{32BB794B-942D-4C48-AF7E-CF8039D33583}" srcId="{3D641CC3-1BD3-429D-9EE8-C8B95D2C8E9F}" destId="{156DB481-7E14-4D9E-A1F8-51EDF55372DF}" srcOrd="0" destOrd="0" parTransId="{A4BB7120-E96C-4844-8D54-0D3C3A4D05A8}" sibTransId="{C4A4AF39-5256-4B49-91A5-96ED2A805E94}"/>
    <dgm:cxn modelId="{EE46797A-5AA8-4040-91C4-BB1A362A2DC2}" type="presOf" srcId="{156DB481-7E14-4D9E-A1F8-51EDF55372DF}" destId="{2D139C1E-E7AF-43C4-B230-41F302D1A1F8}" srcOrd="0" destOrd="0" presId="urn:microsoft.com/office/officeart/2005/8/layout/hierarchy2"/>
    <dgm:cxn modelId="{BAAE3B8B-8961-4509-A801-FE5E1C2E41B6}" type="presOf" srcId="{B4FF7FB5-55AA-48FA-9826-AD43013A3C90}" destId="{13AB3E4A-767F-4B82-B2F3-6789D9A05E31}" srcOrd="1" destOrd="0" presId="urn:microsoft.com/office/officeart/2005/8/layout/hierarchy2"/>
    <dgm:cxn modelId="{0C36A3A4-6A81-4A05-8ADF-FC155F25E95E}" type="presOf" srcId="{B4FF7FB5-55AA-48FA-9826-AD43013A3C90}" destId="{3772ED64-091A-4142-88FE-4E941AFAA2A1}" srcOrd="0" destOrd="0" presId="urn:microsoft.com/office/officeart/2005/8/layout/hierarchy2"/>
    <dgm:cxn modelId="{C2622BAA-2B2E-43BB-B397-2944DAC31F9C}" type="presOf" srcId="{87059D1F-6339-4A47-A834-B797BD0A1C7C}" destId="{497348AC-5B53-4C00-A2EA-2D93A06C732B}" srcOrd="0" destOrd="0" presId="urn:microsoft.com/office/officeart/2005/8/layout/hierarchy2"/>
    <dgm:cxn modelId="{731049AE-62E1-47FD-9F2B-D9720AB271E4}" srcId="{3D641CC3-1BD3-429D-9EE8-C8B95D2C8E9F}" destId="{348B8B29-CBD7-40F6-8144-0D2571413E9C}" srcOrd="2" destOrd="0" parTransId="{87059D1F-6339-4A47-A834-B797BD0A1C7C}" sibTransId="{EA84DCF0-A175-42EA-8579-862F33604DF9}"/>
    <dgm:cxn modelId="{2D3D7FB9-EBB8-4BE8-B5EF-2A21E9B63922}" type="presOf" srcId="{A4BB7120-E96C-4844-8D54-0D3C3A4D05A8}" destId="{5F12B469-7914-4ABA-840A-913282CE5FC3}" srcOrd="0" destOrd="0" presId="urn:microsoft.com/office/officeart/2005/8/layout/hierarchy2"/>
    <dgm:cxn modelId="{321398C3-875F-48D2-8B1A-1F1037A4F37C}" srcId="{3D641CC3-1BD3-429D-9EE8-C8B95D2C8E9F}" destId="{7D746F77-F001-4419-A7DF-572A8BA3C02A}" srcOrd="1" destOrd="0" parTransId="{B4FF7FB5-55AA-48FA-9826-AD43013A3C90}" sibTransId="{D3370FF7-C23B-49A6-9D7C-EB0487471384}"/>
    <dgm:cxn modelId="{27CDDCD2-4878-4FA3-AF12-20DA7239B8B6}" srcId="{7C5BA53C-460B-4E8B-A74E-0DC8BAF7D2AC}" destId="{3D641CC3-1BD3-429D-9EE8-C8B95D2C8E9F}" srcOrd="0" destOrd="0" parTransId="{55389D98-EF18-4D20-B954-015C6223614C}" sibTransId="{AA679665-C499-4F13-8AA0-2EB571B6BEF7}"/>
    <dgm:cxn modelId="{722F7EDC-9418-4D72-AE0D-1EE2AD154336}" type="presOf" srcId="{7C5BA53C-460B-4E8B-A74E-0DC8BAF7D2AC}" destId="{A3ADD0E0-B849-4955-85CE-C45CF8A4E128}" srcOrd="0" destOrd="0" presId="urn:microsoft.com/office/officeart/2005/8/layout/hierarchy2"/>
    <dgm:cxn modelId="{36FB08EF-4263-4733-8798-6568BF2BCF99}" type="presOf" srcId="{A4BB7120-E96C-4844-8D54-0D3C3A4D05A8}" destId="{247EDBD6-9D50-4F4E-926F-75769221A771}" srcOrd="1" destOrd="0" presId="urn:microsoft.com/office/officeart/2005/8/layout/hierarchy2"/>
    <dgm:cxn modelId="{F91284C4-0DB2-45D0-B47A-D00B3B80218B}" type="presParOf" srcId="{A3ADD0E0-B849-4955-85CE-C45CF8A4E128}" destId="{D77795F6-2EA9-45A0-AFAF-932936745BF7}" srcOrd="0" destOrd="0" presId="urn:microsoft.com/office/officeart/2005/8/layout/hierarchy2"/>
    <dgm:cxn modelId="{64093999-8990-4CA3-A9EF-F9EBC743A68F}" type="presParOf" srcId="{D77795F6-2EA9-45A0-AFAF-932936745BF7}" destId="{4B90F2B9-5760-4C30-8A77-8EF1B0E51A80}" srcOrd="0" destOrd="0" presId="urn:microsoft.com/office/officeart/2005/8/layout/hierarchy2"/>
    <dgm:cxn modelId="{071E8FA3-8568-48ED-8BDC-F5448B6A0B1C}" type="presParOf" srcId="{D77795F6-2EA9-45A0-AFAF-932936745BF7}" destId="{A5760B29-5389-4E3A-A488-B062489CEA09}" srcOrd="1" destOrd="0" presId="urn:microsoft.com/office/officeart/2005/8/layout/hierarchy2"/>
    <dgm:cxn modelId="{CAF59ACC-6073-412B-A8F6-0ACF723706DC}" type="presParOf" srcId="{A5760B29-5389-4E3A-A488-B062489CEA09}" destId="{5F12B469-7914-4ABA-840A-913282CE5FC3}" srcOrd="0" destOrd="0" presId="urn:microsoft.com/office/officeart/2005/8/layout/hierarchy2"/>
    <dgm:cxn modelId="{01821523-586A-47C1-BF15-7122F264CBE6}" type="presParOf" srcId="{5F12B469-7914-4ABA-840A-913282CE5FC3}" destId="{247EDBD6-9D50-4F4E-926F-75769221A771}" srcOrd="0" destOrd="0" presId="urn:microsoft.com/office/officeart/2005/8/layout/hierarchy2"/>
    <dgm:cxn modelId="{E8A1BEA9-74CC-4362-B5D9-7CBCE19E30D6}" type="presParOf" srcId="{A5760B29-5389-4E3A-A488-B062489CEA09}" destId="{0CB06E9F-B8BA-4C09-B746-4C87472BC9FC}" srcOrd="1" destOrd="0" presId="urn:microsoft.com/office/officeart/2005/8/layout/hierarchy2"/>
    <dgm:cxn modelId="{F7A5AC96-D5BE-4282-B3D8-4B1DF80D4699}" type="presParOf" srcId="{0CB06E9F-B8BA-4C09-B746-4C87472BC9FC}" destId="{2D139C1E-E7AF-43C4-B230-41F302D1A1F8}" srcOrd="0" destOrd="0" presId="urn:microsoft.com/office/officeart/2005/8/layout/hierarchy2"/>
    <dgm:cxn modelId="{74F1DF3B-A510-416E-A007-11CD6377C0F0}" type="presParOf" srcId="{0CB06E9F-B8BA-4C09-B746-4C87472BC9FC}" destId="{57C91022-1A55-4A6E-8457-D3618436EBE1}" srcOrd="1" destOrd="0" presId="urn:microsoft.com/office/officeart/2005/8/layout/hierarchy2"/>
    <dgm:cxn modelId="{AE4C0D8A-E034-4CEC-8CE4-55AB3D588F9E}" type="presParOf" srcId="{A5760B29-5389-4E3A-A488-B062489CEA09}" destId="{3772ED64-091A-4142-88FE-4E941AFAA2A1}" srcOrd="2" destOrd="0" presId="urn:microsoft.com/office/officeart/2005/8/layout/hierarchy2"/>
    <dgm:cxn modelId="{8CD584DD-2F25-4E96-BEF4-83A169A4840A}" type="presParOf" srcId="{3772ED64-091A-4142-88FE-4E941AFAA2A1}" destId="{13AB3E4A-767F-4B82-B2F3-6789D9A05E31}" srcOrd="0" destOrd="0" presId="urn:microsoft.com/office/officeart/2005/8/layout/hierarchy2"/>
    <dgm:cxn modelId="{7FCE70CE-9F33-4ECD-BCF3-F1A8074F405D}" type="presParOf" srcId="{A5760B29-5389-4E3A-A488-B062489CEA09}" destId="{E4543BCF-B43E-4E4A-BF64-E44E03A13E19}" srcOrd="3" destOrd="0" presId="urn:microsoft.com/office/officeart/2005/8/layout/hierarchy2"/>
    <dgm:cxn modelId="{02F0EBB3-EDA3-4739-9D9E-DAA7F6D2703D}" type="presParOf" srcId="{E4543BCF-B43E-4E4A-BF64-E44E03A13E19}" destId="{834CD1DE-2D6C-4F11-9B45-7CB794A8541E}" srcOrd="0" destOrd="0" presId="urn:microsoft.com/office/officeart/2005/8/layout/hierarchy2"/>
    <dgm:cxn modelId="{AB4B9F04-E216-4FB0-9754-077F7B76CF87}" type="presParOf" srcId="{E4543BCF-B43E-4E4A-BF64-E44E03A13E19}" destId="{33675573-E3B9-44D3-A694-A5E45743D064}" srcOrd="1" destOrd="0" presId="urn:microsoft.com/office/officeart/2005/8/layout/hierarchy2"/>
    <dgm:cxn modelId="{F28B6B5C-85E5-4EE2-A20E-509D38AF96DB}" type="presParOf" srcId="{A5760B29-5389-4E3A-A488-B062489CEA09}" destId="{497348AC-5B53-4C00-A2EA-2D93A06C732B}" srcOrd="4" destOrd="0" presId="urn:microsoft.com/office/officeart/2005/8/layout/hierarchy2"/>
    <dgm:cxn modelId="{3AA7C8B9-DD83-46A2-8F12-A551BD204A50}" type="presParOf" srcId="{497348AC-5B53-4C00-A2EA-2D93A06C732B}" destId="{E753521C-1DE5-4B82-8FA5-DA30E4D50E05}" srcOrd="0" destOrd="0" presId="urn:microsoft.com/office/officeart/2005/8/layout/hierarchy2"/>
    <dgm:cxn modelId="{A0AAA633-3377-410B-9309-9957730E4650}" type="presParOf" srcId="{A5760B29-5389-4E3A-A488-B062489CEA09}" destId="{EFAA9C84-4E44-490B-A98D-462FB952D1DE}" srcOrd="5" destOrd="0" presId="urn:microsoft.com/office/officeart/2005/8/layout/hierarchy2"/>
    <dgm:cxn modelId="{7CE585FF-2B7D-42AD-9C81-3C07C1BD825F}" type="presParOf" srcId="{EFAA9C84-4E44-490B-A98D-462FB952D1DE}" destId="{FFC00012-3B31-4E71-BB1C-854C72E53CF8}" srcOrd="0" destOrd="0" presId="urn:microsoft.com/office/officeart/2005/8/layout/hierarchy2"/>
    <dgm:cxn modelId="{0A493FD2-D264-40BB-8366-C62F074B7A88}" type="presParOf" srcId="{EFAA9C84-4E44-490B-A98D-462FB952D1DE}" destId="{B5477D15-13D0-46B7-8671-838D562A58D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5A72E2-63A5-49A6-9E53-F37E70EFEE0A}" type="doc">
      <dgm:prSet loTypeId="urn:microsoft.com/office/officeart/2005/8/layout/default" loCatId="list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2559D8A-865D-4265-BEA2-4D8741507758}">
      <dgm:prSet phldrT="[Text]" custT="1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/>
            <a:t>Factor 1</a:t>
          </a:r>
        </a:p>
      </dgm:t>
    </dgm:pt>
    <dgm:pt modelId="{45CE25B1-8295-4AA1-86D4-5A4BCB4BDA46}" type="parTrans" cxnId="{58E3C682-38C7-49A2-86DE-FEB08BBAFD8B}">
      <dgm:prSet/>
      <dgm:spPr/>
      <dgm:t>
        <a:bodyPr/>
        <a:lstStyle/>
        <a:p>
          <a:endParaRPr lang="en-US"/>
        </a:p>
      </dgm:t>
    </dgm:pt>
    <dgm:pt modelId="{B7E65AC6-3073-45CC-BD8F-75DFD0DE7DCA}" type="sibTrans" cxnId="{58E3C682-38C7-49A2-86DE-FEB08BBAFD8B}">
      <dgm:prSet/>
      <dgm:spPr/>
      <dgm:t>
        <a:bodyPr/>
        <a:lstStyle/>
        <a:p>
          <a:endParaRPr lang="en-US"/>
        </a:p>
      </dgm:t>
    </dgm:pt>
    <dgm:pt modelId="{8180AAA1-CC89-4C25-BE60-ED2C388D671B}">
      <dgm:prSet phldrT="[Text]" custT="1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/>
            <a:t>Factor 2</a:t>
          </a:r>
        </a:p>
      </dgm:t>
    </dgm:pt>
    <dgm:pt modelId="{0B1F85BD-6167-43D6-969C-C781DD29BB31}" type="parTrans" cxnId="{50825E5A-595F-455F-A963-E9E5BE3C5F3E}">
      <dgm:prSet/>
      <dgm:spPr/>
      <dgm:t>
        <a:bodyPr/>
        <a:lstStyle/>
        <a:p>
          <a:endParaRPr lang="en-US"/>
        </a:p>
      </dgm:t>
    </dgm:pt>
    <dgm:pt modelId="{786C77A8-2C8D-4DA9-9F84-F8B3C7554065}" type="sibTrans" cxnId="{50825E5A-595F-455F-A963-E9E5BE3C5F3E}">
      <dgm:prSet/>
      <dgm:spPr/>
      <dgm:t>
        <a:bodyPr/>
        <a:lstStyle/>
        <a:p>
          <a:endParaRPr lang="en-US"/>
        </a:p>
      </dgm:t>
    </dgm:pt>
    <dgm:pt modelId="{F7744471-B359-4753-BE49-7728CD2D9753}">
      <dgm:prSet phldrT="[Text]" custT="1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/>
            <a:t>Factor 3</a:t>
          </a:r>
        </a:p>
      </dgm:t>
    </dgm:pt>
    <dgm:pt modelId="{C3A8DC56-9CE0-4B4D-B691-4465DA9389B0}" type="parTrans" cxnId="{C36727E0-997C-4A66-9E84-400D705503F2}">
      <dgm:prSet/>
      <dgm:spPr/>
      <dgm:t>
        <a:bodyPr/>
        <a:lstStyle/>
        <a:p>
          <a:endParaRPr lang="en-US"/>
        </a:p>
      </dgm:t>
    </dgm:pt>
    <dgm:pt modelId="{60BAFC5B-76A3-4D8A-804B-A77EAFD7CC5A}" type="sibTrans" cxnId="{C36727E0-997C-4A66-9E84-400D705503F2}">
      <dgm:prSet/>
      <dgm:spPr/>
      <dgm:t>
        <a:bodyPr/>
        <a:lstStyle/>
        <a:p>
          <a:endParaRPr lang="en-US"/>
        </a:p>
      </dgm:t>
    </dgm:pt>
    <dgm:pt modelId="{5E513739-B31D-4966-9DBB-F167287E8DDA}">
      <dgm:prSet phldrT="[Text]" custT="1"/>
      <dgm:spPr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dirty="0"/>
            <a:t>Factor 4</a:t>
          </a:r>
        </a:p>
      </dgm:t>
    </dgm:pt>
    <dgm:pt modelId="{82358E6A-AEAD-4F7B-847D-06235DACA938}" type="parTrans" cxnId="{DCD29559-0BBA-4C76-8AD6-47BA11D687CE}">
      <dgm:prSet/>
      <dgm:spPr/>
      <dgm:t>
        <a:bodyPr/>
        <a:lstStyle/>
        <a:p>
          <a:endParaRPr lang="en-US"/>
        </a:p>
      </dgm:t>
    </dgm:pt>
    <dgm:pt modelId="{21DA9A71-E4AC-4EF0-B7E6-116F4642D0B3}" type="sibTrans" cxnId="{DCD29559-0BBA-4C76-8AD6-47BA11D687CE}">
      <dgm:prSet/>
      <dgm:spPr/>
      <dgm:t>
        <a:bodyPr/>
        <a:lstStyle/>
        <a:p>
          <a:endParaRPr lang="en-US"/>
        </a:p>
      </dgm:t>
    </dgm:pt>
    <dgm:pt modelId="{36928B3A-564B-4279-B791-557E9DD4B1F2}" type="pres">
      <dgm:prSet presAssocID="{C65A72E2-63A5-49A6-9E53-F37E70EFEE0A}" presName="diagram" presStyleCnt="0">
        <dgm:presLayoutVars>
          <dgm:dir/>
          <dgm:resizeHandles val="exact"/>
        </dgm:presLayoutVars>
      </dgm:prSet>
      <dgm:spPr/>
    </dgm:pt>
    <dgm:pt modelId="{582FBECE-29E5-4217-A3B8-EB7C235F0536}" type="pres">
      <dgm:prSet presAssocID="{F2559D8A-865D-4265-BEA2-4D8741507758}" presName="node" presStyleLbl="node1" presStyleIdx="0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38EA216C-39EC-4F04-9093-EE4014DBBCF4}" type="pres">
      <dgm:prSet presAssocID="{B7E65AC6-3073-45CC-BD8F-75DFD0DE7DCA}" presName="sibTrans" presStyleCnt="0"/>
      <dgm:spPr/>
    </dgm:pt>
    <dgm:pt modelId="{DBF09966-9DF0-4B99-9863-24516F5A9895}" type="pres">
      <dgm:prSet presAssocID="{8180AAA1-CC89-4C25-BE60-ED2C388D671B}" presName="node" presStyleLbl="node1" presStyleIdx="1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A63D2B84-7695-4ABD-A236-EEF7218C0E81}" type="pres">
      <dgm:prSet presAssocID="{786C77A8-2C8D-4DA9-9F84-F8B3C7554065}" presName="sibTrans" presStyleCnt="0"/>
      <dgm:spPr/>
    </dgm:pt>
    <dgm:pt modelId="{652F92AC-0AE7-4B3C-A86E-54C171FF5039}" type="pres">
      <dgm:prSet presAssocID="{F7744471-B359-4753-BE49-7728CD2D9753}" presName="node" presStyleLbl="node1" presStyleIdx="2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FDD34273-885E-42C3-BBB7-22E042595FAA}" type="pres">
      <dgm:prSet presAssocID="{60BAFC5B-76A3-4D8A-804B-A77EAFD7CC5A}" presName="sibTrans" presStyleCnt="0"/>
      <dgm:spPr/>
    </dgm:pt>
    <dgm:pt modelId="{6B30B88F-7CFD-4449-8DCE-0A7B9DF454EC}" type="pres">
      <dgm:prSet presAssocID="{5E513739-B31D-4966-9DBB-F167287E8DDA}" presName="node" presStyleLbl="node1" presStyleIdx="3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938D3F2D-5DC0-4BF8-BB49-4E184BA36F40}" type="presOf" srcId="{5E513739-B31D-4966-9DBB-F167287E8DDA}" destId="{6B30B88F-7CFD-4449-8DCE-0A7B9DF454EC}" srcOrd="0" destOrd="0" presId="urn:microsoft.com/office/officeart/2005/8/layout/default"/>
    <dgm:cxn modelId="{DCD29559-0BBA-4C76-8AD6-47BA11D687CE}" srcId="{C65A72E2-63A5-49A6-9E53-F37E70EFEE0A}" destId="{5E513739-B31D-4966-9DBB-F167287E8DDA}" srcOrd="3" destOrd="0" parTransId="{82358E6A-AEAD-4F7B-847D-06235DACA938}" sibTransId="{21DA9A71-E4AC-4EF0-B7E6-116F4642D0B3}"/>
    <dgm:cxn modelId="{50825E5A-595F-455F-A963-E9E5BE3C5F3E}" srcId="{C65A72E2-63A5-49A6-9E53-F37E70EFEE0A}" destId="{8180AAA1-CC89-4C25-BE60-ED2C388D671B}" srcOrd="1" destOrd="0" parTransId="{0B1F85BD-6167-43D6-969C-C781DD29BB31}" sibTransId="{786C77A8-2C8D-4DA9-9F84-F8B3C7554065}"/>
    <dgm:cxn modelId="{58E3C682-38C7-49A2-86DE-FEB08BBAFD8B}" srcId="{C65A72E2-63A5-49A6-9E53-F37E70EFEE0A}" destId="{F2559D8A-865D-4265-BEA2-4D8741507758}" srcOrd="0" destOrd="0" parTransId="{45CE25B1-8295-4AA1-86D4-5A4BCB4BDA46}" sibTransId="{B7E65AC6-3073-45CC-BD8F-75DFD0DE7DCA}"/>
    <dgm:cxn modelId="{42B51690-9B00-4372-97BD-F91A6CF8D56F}" type="presOf" srcId="{F2559D8A-865D-4265-BEA2-4D8741507758}" destId="{582FBECE-29E5-4217-A3B8-EB7C235F0536}" srcOrd="0" destOrd="0" presId="urn:microsoft.com/office/officeart/2005/8/layout/default"/>
    <dgm:cxn modelId="{D1306193-CF7F-4F3A-83B1-47F3131AE313}" type="presOf" srcId="{F7744471-B359-4753-BE49-7728CD2D9753}" destId="{652F92AC-0AE7-4B3C-A86E-54C171FF5039}" srcOrd="0" destOrd="0" presId="urn:microsoft.com/office/officeart/2005/8/layout/default"/>
    <dgm:cxn modelId="{7C8FEFBD-07C0-49FE-AEDA-DF24DFF45539}" type="presOf" srcId="{C65A72E2-63A5-49A6-9E53-F37E70EFEE0A}" destId="{36928B3A-564B-4279-B791-557E9DD4B1F2}" srcOrd="0" destOrd="0" presId="urn:microsoft.com/office/officeart/2005/8/layout/default"/>
    <dgm:cxn modelId="{8031D5C9-72A1-4976-B675-A3734CE12DFF}" type="presOf" srcId="{8180AAA1-CC89-4C25-BE60-ED2C388D671B}" destId="{DBF09966-9DF0-4B99-9863-24516F5A9895}" srcOrd="0" destOrd="0" presId="urn:microsoft.com/office/officeart/2005/8/layout/default"/>
    <dgm:cxn modelId="{C36727E0-997C-4A66-9E84-400D705503F2}" srcId="{C65A72E2-63A5-49A6-9E53-F37E70EFEE0A}" destId="{F7744471-B359-4753-BE49-7728CD2D9753}" srcOrd="2" destOrd="0" parTransId="{C3A8DC56-9CE0-4B4D-B691-4465DA9389B0}" sibTransId="{60BAFC5B-76A3-4D8A-804B-A77EAFD7CC5A}"/>
    <dgm:cxn modelId="{0CF7A466-A682-41D5-A2AA-719D774E957E}" type="presParOf" srcId="{36928B3A-564B-4279-B791-557E9DD4B1F2}" destId="{582FBECE-29E5-4217-A3B8-EB7C235F0536}" srcOrd="0" destOrd="0" presId="urn:microsoft.com/office/officeart/2005/8/layout/default"/>
    <dgm:cxn modelId="{BE53DBFF-035A-439C-BCE8-1BFCD213F148}" type="presParOf" srcId="{36928B3A-564B-4279-B791-557E9DD4B1F2}" destId="{38EA216C-39EC-4F04-9093-EE4014DBBCF4}" srcOrd="1" destOrd="0" presId="urn:microsoft.com/office/officeart/2005/8/layout/default"/>
    <dgm:cxn modelId="{1375474D-EFEB-466A-B9D3-628777D30679}" type="presParOf" srcId="{36928B3A-564B-4279-B791-557E9DD4B1F2}" destId="{DBF09966-9DF0-4B99-9863-24516F5A9895}" srcOrd="2" destOrd="0" presId="urn:microsoft.com/office/officeart/2005/8/layout/default"/>
    <dgm:cxn modelId="{1C38AF80-A991-4A4F-86B8-8A1B30A09398}" type="presParOf" srcId="{36928B3A-564B-4279-B791-557E9DD4B1F2}" destId="{A63D2B84-7695-4ABD-A236-EEF7218C0E81}" srcOrd="3" destOrd="0" presId="urn:microsoft.com/office/officeart/2005/8/layout/default"/>
    <dgm:cxn modelId="{ECDD9DDA-DFDA-4613-9BF7-47316BF6A51A}" type="presParOf" srcId="{36928B3A-564B-4279-B791-557E9DD4B1F2}" destId="{652F92AC-0AE7-4B3C-A86E-54C171FF5039}" srcOrd="4" destOrd="0" presId="urn:microsoft.com/office/officeart/2005/8/layout/default"/>
    <dgm:cxn modelId="{D43300AF-7B0C-4FAC-8895-83E0485161BD}" type="presParOf" srcId="{36928B3A-564B-4279-B791-557E9DD4B1F2}" destId="{FDD34273-885E-42C3-BBB7-22E042595FAA}" srcOrd="5" destOrd="0" presId="urn:microsoft.com/office/officeart/2005/8/layout/default"/>
    <dgm:cxn modelId="{0CC432EF-BFCA-418C-8A9C-C364C85E5F1B}" type="presParOf" srcId="{36928B3A-564B-4279-B791-557E9DD4B1F2}" destId="{6B30B88F-7CFD-4449-8DCE-0A7B9DF454EC}" srcOrd="6" destOrd="0" presId="urn:microsoft.com/office/officeart/2005/8/layout/default"/>
  </dgm:cxnLst>
  <dgm:bg>
    <a:effectLst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5A72E2-63A5-49A6-9E53-F37E70EFEE0A}" type="doc">
      <dgm:prSet loTypeId="urn:microsoft.com/office/officeart/2005/8/layout/default" loCatId="list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2559D8A-865D-4265-BEA2-4D8741507758}">
      <dgm:prSet phldrT="[Text]" custT="1"/>
      <dgm:spPr>
        <a:solidFill>
          <a:srgbClr val="EEF5FC"/>
        </a:solidFill>
        <a:ln w="12700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1</a:t>
          </a:r>
        </a:p>
      </dgm:t>
    </dgm:pt>
    <dgm:pt modelId="{45CE25B1-8295-4AA1-86D4-5A4BCB4BDA46}" type="parTrans" cxnId="{58E3C682-38C7-49A2-86DE-FEB08BBAFD8B}">
      <dgm:prSet/>
      <dgm:spPr/>
      <dgm:t>
        <a:bodyPr/>
        <a:lstStyle/>
        <a:p>
          <a:endParaRPr lang="en-US"/>
        </a:p>
      </dgm:t>
    </dgm:pt>
    <dgm:pt modelId="{B7E65AC6-3073-45CC-BD8F-75DFD0DE7DCA}" type="sibTrans" cxnId="{58E3C682-38C7-49A2-86DE-FEB08BBAFD8B}">
      <dgm:prSet/>
      <dgm:spPr/>
      <dgm:t>
        <a:bodyPr/>
        <a:lstStyle/>
        <a:p>
          <a:endParaRPr lang="en-US"/>
        </a:p>
      </dgm:t>
    </dgm:pt>
    <dgm:pt modelId="{8180AAA1-CC89-4C25-BE60-ED2C388D671B}">
      <dgm:prSet phldrT="[Text]" custT="1"/>
      <dgm:spPr>
        <a:solidFill>
          <a:srgbClr val="EEF5FC"/>
        </a:solidFill>
        <a:ln w="12700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2</a:t>
          </a:r>
        </a:p>
      </dgm:t>
    </dgm:pt>
    <dgm:pt modelId="{0B1F85BD-6167-43D6-969C-C781DD29BB31}" type="parTrans" cxnId="{50825E5A-595F-455F-A963-E9E5BE3C5F3E}">
      <dgm:prSet/>
      <dgm:spPr/>
      <dgm:t>
        <a:bodyPr/>
        <a:lstStyle/>
        <a:p>
          <a:endParaRPr lang="en-US"/>
        </a:p>
      </dgm:t>
    </dgm:pt>
    <dgm:pt modelId="{786C77A8-2C8D-4DA9-9F84-F8B3C7554065}" type="sibTrans" cxnId="{50825E5A-595F-455F-A963-E9E5BE3C5F3E}">
      <dgm:prSet/>
      <dgm:spPr/>
      <dgm:t>
        <a:bodyPr/>
        <a:lstStyle/>
        <a:p>
          <a:endParaRPr lang="en-US"/>
        </a:p>
      </dgm:t>
    </dgm:pt>
    <dgm:pt modelId="{F7744471-B359-4753-BE49-7728CD2D9753}">
      <dgm:prSet phldrT="[Text]" custT="1"/>
      <dgm:spPr>
        <a:solidFill>
          <a:srgbClr val="EEF5FC"/>
        </a:solidFill>
        <a:ln w="12700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3</a:t>
          </a:r>
        </a:p>
      </dgm:t>
    </dgm:pt>
    <dgm:pt modelId="{C3A8DC56-9CE0-4B4D-B691-4465DA9389B0}" type="parTrans" cxnId="{C36727E0-997C-4A66-9E84-400D705503F2}">
      <dgm:prSet/>
      <dgm:spPr/>
      <dgm:t>
        <a:bodyPr/>
        <a:lstStyle/>
        <a:p>
          <a:endParaRPr lang="en-US"/>
        </a:p>
      </dgm:t>
    </dgm:pt>
    <dgm:pt modelId="{60BAFC5B-76A3-4D8A-804B-A77EAFD7CC5A}" type="sibTrans" cxnId="{C36727E0-997C-4A66-9E84-400D705503F2}">
      <dgm:prSet/>
      <dgm:spPr/>
      <dgm:t>
        <a:bodyPr/>
        <a:lstStyle/>
        <a:p>
          <a:endParaRPr lang="en-US"/>
        </a:p>
      </dgm:t>
    </dgm:pt>
    <dgm:pt modelId="{5E513739-B31D-4966-9DBB-F167287E8DDA}">
      <dgm:prSet phldrT="[Text]" custT="1"/>
      <dgm:spPr>
        <a:solidFill>
          <a:srgbClr val="EEF5FC"/>
        </a:solidFill>
        <a:ln w="12700">
          <a:solidFill>
            <a:schemeClr val="accent5"/>
          </a:solidFill>
        </a:ln>
        <a:effectLst/>
      </dgm:spPr>
      <dgm:t>
        <a:bodyPr/>
        <a:lstStyle/>
        <a:p>
          <a:r>
            <a:rPr lang="en-US" sz="2000" dirty="0">
              <a:solidFill>
                <a:schemeClr val="tx1"/>
              </a:solidFill>
            </a:rPr>
            <a:t>Factor 4</a:t>
          </a:r>
        </a:p>
      </dgm:t>
    </dgm:pt>
    <dgm:pt modelId="{82358E6A-AEAD-4F7B-847D-06235DACA938}" type="parTrans" cxnId="{DCD29559-0BBA-4C76-8AD6-47BA11D687CE}">
      <dgm:prSet/>
      <dgm:spPr/>
      <dgm:t>
        <a:bodyPr/>
        <a:lstStyle/>
        <a:p>
          <a:endParaRPr lang="en-US"/>
        </a:p>
      </dgm:t>
    </dgm:pt>
    <dgm:pt modelId="{21DA9A71-E4AC-4EF0-B7E6-116F4642D0B3}" type="sibTrans" cxnId="{DCD29559-0BBA-4C76-8AD6-47BA11D687CE}">
      <dgm:prSet/>
      <dgm:spPr/>
      <dgm:t>
        <a:bodyPr/>
        <a:lstStyle/>
        <a:p>
          <a:endParaRPr lang="en-US"/>
        </a:p>
      </dgm:t>
    </dgm:pt>
    <dgm:pt modelId="{36928B3A-564B-4279-B791-557E9DD4B1F2}" type="pres">
      <dgm:prSet presAssocID="{C65A72E2-63A5-49A6-9E53-F37E70EFEE0A}" presName="diagram" presStyleCnt="0">
        <dgm:presLayoutVars>
          <dgm:dir/>
          <dgm:resizeHandles val="exact"/>
        </dgm:presLayoutVars>
      </dgm:prSet>
      <dgm:spPr/>
    </dgm:pt>
    <dgm:pt modelId="{582FBECE-29E5-4217-A3B8-EB7C235F0536}" type="pres">
      <dgm:prSet presAssocID="{F2559D8A-865D-4265-BEA2-4D8741507758}" presName="node" presStyleLbl="node1" presStyleIdx="0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38EA216C-39EC-4F04-9093-EE4014DBBCF4}" type="pres">
      <dgm:prSet presAssocID="{B7E65AC6-3073-45CC-BD8F-75DFD0DE7DCA}" presName="sibTrans" presStyleCnt="0"/>
      <dgm:spPr/>
    </dgm:pt>
    <dgm:pt modelId="{DBF09966-9DF0-4B99-9863-24516F5A9895}" type="pres">
      <dgm:prSet presAssocID="{8180AAA1-CC89-4C25-BE60-ED2C388D671B}" presName="node" presStyleLbl="node1" presStyleIdx="1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A63D2B84-7695-4ABD-A236-EEF7218C0E81}" type="pres">
      <dgm:prSet presAssocID="{786C77A8-2C8D-4DA9-9F84-F8B3C7554065}" presName="sibTrans" presStyleCnt="0"/>
      <dgm:spPr/>
    </dgm:pt>
    <dgm:pt modelId="{652F92AC-0AE7-4B3C-A86E-54C171FF5039}" type="pres">
      <dgm:prSet presAssocID="{F7744471-B359-4753-BE49-7728CD2D9753}" presName="node" presStyleLbl="node1" presStyleIdx="2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  <dgm:pt modelId="{FDD34273-885E-42C3-BBB7-22E042595FAA}" type="pres">
      <dgm:prSet presAssocID="{60BAFC5B-76A3-4D8A-804B-A77EAFD7CC5A}" presName="sibTrans" presStyleCnt="0"/>
      <dgm:spPr/>
    </dgm:pt>
    <dgm:pt modelId="{6B30B88F-7CFD-4449-8DCE-0A7B9DF454EC}" type="pres">
      <dgm:prSet presAssocID="{5E513739-B31D-4966-9DBB-F167287E8DDA}" presName="node" presStyleLbl="node1" presStyleIdx="3" presStyleCnt="4" custScaleX="9190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938D3F2D-5DC0-4BF8-BB49-4E184BA36F40}" type="presOf" srcId="{5E513739-B31D-4966-9DBB-F167287E8DDA}" destId="{6B30B88F-7CFD-4449-8DCE-0A7B9DF454EC}" srcOrd="0" destOrd="0" presId="urn:microsoft.com/office/officeart/2005/8/layout/default"/>
    <dgm:cxn modelId="{DCD29559-0BBA-4C76-8AD6-47BA11D687CE}" srcId="{C65A72E2-63A5-49A6-9E53-F37E70EFEE0A}" destId="{5E513739-B31D-4966-9DBB-F167287E8DDA}" srcOrd="3" destOrd="0" parTransId="{82358E6A-AEAD-4F7B-847D-06235DACA938}" sibTransId="{21DA9A71-E4AC-4EF0-B7E6-116F4642D0B3}"/>
    <dgm:cxn modelId="{50825E5A-595F-455F-A963-E9E5BE3C5F3E}" srcId="{C65A72E2-63A5-49A6-9E53-F37E70EFEE0A}" destId="{8180AAA1-CC89-4C25-BE60-ED2C388D671B}" srcOrd="1" destOrd="0" parTransId="{0B1F85BD-6167-43D6-969C-C781DD29BB31}" sibTransId="{786C77A8-2C8D-4DA9-9F84-F8B3C7554065}"/>
    <dgm:cxn modelId="{58E3C682-38C7-49A2-86DE-FEB08BBAFD8B}" srcId="{C65A72E2-63A5-49A6-9E53-F37E70EFEE0A}" destId="{F2559D8A-865D-4265-BEA2-4D8741507758}" srcOrd="0" destOrd="0" parTransId="{45CE25B1-8295-4AA1-86D4-5A4BCB4BDA46}" sibTransId="{B7E65AC6-3073-45CC-BD8F-75DFD0DE7DCA}"/>
    <dgm:cxn modelId="{42B51690-9B00-4372-97BD-F91A6CF8D56F}" type="presOf" srcId="{F2559D8A-865D-4265-BEA2-4D8741507758}" destId="{582FBECE-29E5-4217-A3B8-EB7C235F0536}" srcOrd="0" destOrd="0" presId="urn:microsoft.com/office/officeart/2005/8/layout/default"/>
    <dgm:cxn modelId="{D1306193-CF7F-4F3A-83B1-47F3131AE313}" type="presOf" srcId="{F7744471-B359-4753-BE49-7728CD2D9753}" destId="{652F92AC-0AE7-4B3C-A86E-54C171FF5039}" srcOrd="0" destOrd="0" presId="urn:microsoft.com/office/officeart/2005/8/layout/default"/>
    <dgm:cxn modelId="{7C8FEFBD-07C0-49FE-AEDA-DF24DFF45539}" type="presOf" srcId="{C65A72E2-63A5-49A6-9E53-F37E70EFEE0A}" destId="{36928B3A-564B-4279-B791-557E9DD4B1F2}" srcOrd="0" destOrd="0" presId="urn:microsoft.com/office/officeart/2005/8/layout/default"/>
    <dgm:cxn modelId="{8031D5C9-72A1-4976-B675-A3734CE12DFF}" type="presOf" srcId="{8180AAA1-CC89-4C25-BE60-ED2C388D671B}" destId="{DBF09966-9DF0-4B99-9863-24516F5A9895}" srcOrd="0" destOrd="0" presId="urn:microsoft.com/office/officeart/2005/8/layout/default"/>
    <dgm:cxn modelId="{C36727E0-997C-4A66-9E84-400D705503F2}" srcId="{C65A72E2-63A5-49A6-9E53-F37E70EFEE0A}" destId="{F7744471-B359-4753-BE49-7728CD2D9753}" srcOrd="2" destOrd="0" parTransId="{C3A8DC56-9CE0-4B4D-B691-4465DA9389B0}" sibTransId="{60BAFC5B-76A3-4D8A-804B-A77EAFD7CC5A}"/>
    <dgm:cxn modelId="{0CF7A466-A682-41D5-A2AA-719D774E957E}" type="presParOf" srcId="{36928B3A-564B-4279-B791-557E9DD4B1F2}" destId="{582FBECE-29E5-4217-A3B8-EB7C235F0536}" srcOrd="0" destOrd="0" presId="urn:microsoft.com/office/officeart/2005/8/layout/default"/>
    <dgm:cxn modelId="{BE53DBFF-035A-439C-BCE8-1BFCD213F148}" type="presParOf" srcId="{36928B3A-564B-4279-B791-557E9DD4B1F2}" destId="{38EA216C-39EC-4F04-9093-EE4014DBBCF4}" srcOrd="1" destOrd="0" presId="urn:microsoft.com/office/officeart/2005/8/layout/default"/>
    <dgm:cxn modelId="{1375474D-EFEB-466A-B9D3-628777D30679}" type="presParOf" srcId="{36928B3A-564B-4279-B791-557E9DD4B1F2}" destId="{DBF09966-9DF0-4B99-9863-24516F5A9895}" srcOrd="2" destOrd="0" presId="urn:microsoft.com/office/officeart/2005/8/layout/default"/>
    <dgm:cxn modelId="{1C38AF80-A991-4A4F-86B8-8A1B30A09398}" type="presParOf" srcId="{36928B3A-564B-4279-B791-557E9DD4B1F2}" destId="{A63D2B84-7695-4ABD-A236-EEF7218C0E81}" srcOrd="3" destOrd="0" presId="urn:microsoft.com/office/officeart/2005/8/layout/default"/>
    <dgm:cxn modelId="{ECDD9DDA-DFDA-4613-9BF7-47316BF6A51A}" type="presParOf" srcId="{36928B3A-564B-4279-B791-557E9DD4B1F2}" destId="{652F92AC-0AE7-4B3C-A86E-54C171FF5039}" srcOrd="4" destOrd="0" presId="urn:microsoft.com/office/officeart/2005/8/layout/default"/>
    <dgm:cxn modelId="{D43300AF-7B0C-4FAC-8895-83E0485161BD}" type="presParOf" srcId="{36928B3A-564B-4279-B791-557E9DD4B1F2}" destId="{FDD34273-885E-42C3-BBB7-22E042595FAA}" srcOrd="5" destOrd="0" presId="urn:microsoft.com/office/officeart/2005/8/layout/default"/>
    <dgm:cxn modelId="{0CC432EF-BFCA-418C-8A9C-C364C85E5F1B}" type="presParOf" srcId="{36928B3A-564B-4279-B791-557E9DD4B1F2}" destId="{6B30B88F-7CFD-4449-8DCE-0A7B9DF454EC}" srcOrd="6" destOrd="0" presId="urn:microsoft.com/office/officeart/2005/8/layout/default"/>
  </dgm:cxnLst>
  <dgm:bg>
    <a:effectLst/>
  </dgm:bg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0F2B9-5760-4C30-8A77-8EF1B0E51A80}">
      <dsp:nvSpPr>
        <dsp:cNvPr id="0" name=""/>
        <dsp:cNvSpPr/>
      </dsp:nvSpPr>
      <dsp:spPr>
        <a:xfrm>
          <a:off x="0" y="439906"/>
          <a:ext cx="1633986" cy="351939"/>
        </a:xfrm>
        <a:prstGeom prst="roundRect">
          <a:avLst/>
        </a:prstGeom>
        <a:solidFill>
          <a:srgbClr val="EEF5FC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a tree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17180" y="457086"/>
        <a:ext cx="1599626" cy="317579"/>
      </dsp:txXfrm>
    </dsp:sp>
    <dsp:sp modelId="{5F12B469-7914-4ABA-840A-913282CE5FC3}">
      <dsp:nvSpPr>
        <dsp:cNvPr id="0" name=""/>
        <dsp:cNvSpPr/>
      </dsp:nvSpPr>
      <dsp:spPr>
        <a:xfrm rot="18308501">
          <a:off x="1528886" y="387643"/>
          <a:ext cx="495287" cy="51453"/>
        </a:xfrm>
        <a:custGeom>
          <a:avLst/>
          <a:gdLst/>
          <a:ahLst/>
          <a:cxnLst/>
          <a:rect l="0" t="0" r="0" b="0"/>
          <a:pathLst>
            <a:path>
              <a:moveTo>
                <a:pt x="0" y="25726"/>
              </a:moveTo>
              <a:lnTo>
                <a:pt x="495287" y="25726"/>
              </a:lnTo>
            </a:path>
          </a:pathLst>
        </a:custGeom>
        <a:noFill/>
        <a:ln w="28575" cap="flat" cmpd="sng" algn="ctr">
          <a:solidFill>
            <a:schemeClr val="accent5"/>
          </a:solidFill>
          <a:prstDash val="solid"/>
          <a:miter lim="800000"/>
          <a:headEnd type="none" w="med" len="med"/>
          <a:tailEnd type="triangle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64148" y="400988"/>
        <a:ext cx="24764" cy="24764"/>
      </dsp:txXfrm>
    </dsp:sp>
    <dsp:sp modelId="{2D139C1E-E7AF-43C4-B230-41F302D1A1F8}">
      <dsp:nvSpPr>
        <dsp:cNvPr id="0" name=""/>
        <dsp:cNvSpPr/>
      </dsp:nvSpPr>
      <dsp:spPr>
        <a:xfrm>
          <a:off x="1919074" y="34894"/>
          <a:ext cx="3734827" cy="351939"/>
        </a:xfrm>
        <a:prstGeom prst="roundRect">
          <a:avLst/>
        </a:prstGeom>
        <a:solidFill>
          <a:srgbClr val="EEF5FC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of</a:t>
          </a:r>
        </a:p>
      </dsp:txBody>
      <dsp:txXfrm>
        <a:off x="1936254" y="52074"/>
        <a:ext cx="3700467" cy="317579"/>
      </dsp:txXfrm>
    </dsp:sp>
    <dsp:sp modelId="{3772ED64-091A-4142-88FE-4E941AFAA2A1}">
      <dsp:nvSpPr>
        <dsp:cNvPr id="0" name=""/>
        <dsp:cNvSpPr/>
      </dsp:nvSpPr>
      <dsp:spPr>
        <a:xfrm rot="21596605">
          <a:off x="1633986" y="590008"/>
          <a:ext cx="285088" cy="51453"/>
        </a:xfrm>
        <a:custGeom>
          <a:avLst/>
          <a:gdLst/>
          <a:ahLst/>
          <a:cxnLst/>
          <a:rect l="0" t="0" r="0" b="0"/>
          <a:pathLst>
            <a:path>
              <a:moveTo>
                <a:pt x="0" y="25726"/>
              </a:moveTo>
              <a:lnTo>
                <a:pt x="285088" y="25726"/>
              </a:lnTo>
            </a:path>
          </a:pathLst>
        </a:custGeom>
        <a:noFill/>
        <a:ln w="28575" cap="flat" cmpd="sng" algn="ctr">
          <a:solidFill>
            <a:schemeClr val="accent5"/>
          </a:solidFill>
          <a:prstDash val="solid"/>
          <a:miter lim="800000"/>
          <a:headEnd type="none" w="med" len="med"/>
          <a:tailEnd type="triangle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69403" y="608608"/>
        <a:ext cx="14254" cy="14254"/>
      </dsp:txXfrm>
    </dsp:sp>
    <dsp:sp modelId="{834CD1DE-2D6C-4F11-9B45-7CB794A8541E}">
      <dsp:nvSpPr>
        <dsp:cNvPr id="0" name=""/>
        <dsp:cNvSpPr/>
      </dsp:nvSpPr>
      <dsp:spPr>
        <a:xfrm>
          <a:off x="1919074" y="439625"/>
          <a:ext cx="3734827" cy="351939"/>
        </a:xfrm>
        <a:prstGeom prst="roundRect">
          <a:avLst/>
        </a:prstGeom>
        <a:solidFill>
          <a:srgbClr val="EEF5FC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relations</a:t>
          </a:r>
        </a:p>
      </dsp:txBody>
      <dsp:txXfrm>
        <a:off x="1936254" y="456805"/>
        <a:ext cx="3700467" cy="317579"/>
      </dsp:txXfrm>
    </dsp:sp>
    <dsp:sp modelId="{497348AC-5B53-4C00-A2EA-2D93A06C732B}">
      <dsp:nvSpPr>
        <dsp:cNvPr id="0" name=""/>
        <dsp:cNvSpPr/>
      </dsp:nvSpPr>
      <dsp:spPr>
        <a:xfrm rot="3289247">
          <a:off x="1529116" y="792374"/>
          <a:ext cx="494827" cy="51453"/>
        </a:xfrm>
        <a:custGeom>
          <a:avLst/>
          <a:gdLst/>
          <a:ahLst/>
          <a:cxnLst/>
          <a:rect l="0" t="0" r="0" b="0"/>
          <a:pathLst>
            <a:path>
              <a:moveTo>
                <a:pt x="0" y="25726"/>
              </a:moveTo>
              <a:lnTo>
                <a:pt x="494827" y="25726"/>
              </a:lnTo>
            </a:path>
          </a:pathLst>
        </a:custGeom>
        <a:noFill/>
        <a:ln w="28575" cap="flat" cmpd="sng" algn="ctr">
          <a:solidFill>
            <a:schemeClr val="accent5"/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64159" y="805730"/>
        <a:ext cx="24741" cy="24741"/>
      </dsp:txXfrm>
    </dsp:sp>
    <dsp:sp modelId="{FFC00012-3B31-4E71-BB1C-854C72E53CF8}">
      <dsp:nvSpPr>
        <dsp:cNvPr id="0" name=""/>
        <dsp:cNvSpPr/>
      </dsp:nvSpPr>
      <dsp:spPr>
        <a:xfrm>
          <a:off x="1919074" y="844355"/>
          <a:ext cx="3734827" cy="351939"/>
        </a:xfrm>
        <a:prstGeom prst="roundRect">
          <a:avLst>
            <a:gd name="adj" fmla="val 10000"/>
          </a:avLst>
        </a:prstGeom>
        <a:solidFill>
          <a:srgbClr val="EEF5FC"/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…</a:t>
          </a:r>
        </a:p>
      </dsp:txBody>
      <dsp:txXfrm>
        <a:off x="1929382" y="854663"/>
        <a:ext cx="3714211" cy="3313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FBECE-29E5-4217-A3B8-EB7C235F0536}">
      <dsp:nvSpPr>
        <dsp:cNvPr id="0" name=""/>
        <dsp:cNvSpPr/>
      </dsp:nvSpPr>
      <dsp:spPr>
        <a:xfrm>
          <a:off x="342" y="9640"/>
          <a:ext cx="1260001" cy="82258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1</a:t>
          </a:r>
        </a:p>
      </dsp:txBody>
      <dsp:txXfrm>
        <a:off x="40497" y="49795"/>
        <a:ext cx="1179691" cy="742279"/>
      </dsp:txXfrm>
    </dsp:sp>
    <dsp:sp modelId="{DBF09966-9DF0-4B99-9863-24516F5A9895}">
      <dsp:nvSpPr>
        <dsp:cNvPr id="0" name=""/>
        <dsp:cNvSpPr/>
      </dsp:nvSpPr>
      <dsp:spPr>
        <a:xfrm>
          <a:off x="1397441" y="9640"/>
          <a:ext cx="1260001" cy="82258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2</a:t>
          </a:r>
        </a:p>
      </dsp:txBody>
      <dsp:txXfrm>
        <a:off x="1437596" y="49795"/>
        <a:ext cx="1179691" cy="742279"/>
      </dsp:txXfrm>
    </dsp:sp>
    <dsp:sp modelId="{652F92AC-0AE7-4B3C-A86E-54C171FF5039}">
      <dsp:nvSpPr>
        <dsp:cNvPr id="0" name=""/>
        <dsp:cNvSpPr/>
      </dsp:nvSpPr>
      <dsp:spPr>
        <a:xfrm>
          <a:off x="2794541" y="9640"/>
          <a:ext cx="1260001" cy="82258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3</a:t>
          </a:r>
        </a:p>
      </dsp:txBody>
      <dsp:txXfrm>
        <a:off x="2834696" y="49795"/>
        <a:ext cx="1179691" cy="742279"/>
      </dsp:txXfrm>
    </dsp:sp>
    <dsp:sp modelId="{6B30B88F-7CFD-4449-8DCE-0A7B9DF454EC}">
      <dsp:nvSpPr>
        <dsp:cNvPr id="0" name=""/>
        <dsp:cNvSpPr/>
      </dsp:nvSpPr>
      <dsp:spPr>
        <a:xfrm>
          <a:off x="4191640" y="9640"/>
          <a:ext cx="1260001" cy="82258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Factor 4</a:t>
          </a:r>
        </a:p>
      </dsp:txBody>
      <dsp:txXfrm>
        <a:off x="4231795" y="49795"/>
        <a:ext cx="1179691" cy="7422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FBECE-29E5-4217-A3B8-EB7C235F0536}">
      <dsp:nvSpPr>
        <dsp:cNvPr id="0" name=""/>
        <dsp:cNvSpPr/>
      </dsp:nvSpPr>
      <dsp:spPr>
        <a:xfrm>
          <a:off x="342" y="9640"/>
          <a:ext cx="1260001" cy="822589"/>
        </a:xfrm>
        <a:prstGeom prst="roundRect">
          <a:avLst/>
        </a:prstGeom>
        <a:solidFill>
          <a:srgbClr val="EEF5FC"/>
        </a:solidFill>
        <a:ln w="12700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1</a:t>
          </a:r>
        </a:p>
      </dsp:txBody>
      <dsp:txXfrm>
        <a:off x="40497" y="49795"/>
        <a:ext cx="1179691" cy="742279"/>
      </dsp:txXfrm>
    </dsp:sp>
    <dsp:sp modelId="{DBF09966-9DF0-4B99-9863-24516F5A9895}">
      <dsp:nvSpPr>
        <dsp:cNvPr id="0" name=""/>
        <dsp:cNvSpPr/>
      </dsp:nvSpPr>
      <dsp:spPr>
        <a:xfrm>
          <a:off x="1397441" y="9640"/>
          <a:ext cx="1260001" cy="822589"/>
        </a:xfrm>
        <a:prstGeom prst="roundRect">
          <a:avLst/>
        </a:prstGeom>
        <a:solidFill>
          <a:srgbClr val="EEF5FC"/>
        </a:solidFill>
        <a:ln w="12700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2</a:t>
          </a:r>
        </a:p>
      </dsp:txBody>
      <dsp:txXfrm>
        <a:off x="1437596" y="49795"/>
        <a:ext cx="1179691" cy="742279"/>
      </dsp:txXfrm>
    </dsp:sp>
    <dsp:sp modelId="{652F92AC-0AE7-4B3C-A86E-54C171FF5039}">
      <dsp:nvSpPr>
        <dsp:cNvPr id="0" name=""/>
        <dsp:cNvSpPr/>
      </dsp:nvSpPr>
      <dsp:spPr>
        <a:xfrm>
          <a:off x="2794541" y="9640"/>
          <a:ext cx="1260001" cy="822589"/>
        </a:xfrm>
        <a:prstGeom prst="roundRect">
          <a:avLst/>
        </a:prstGeom>
        <a:solidFill>
          <a:srgbClr val="EEF5FC"/>
        </a:solidFill>
        <a:ln w="12700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3</a:t>
          </a:r>
        </a:p>
      </dsp:txBody>
      <dsp:txXfrm>
        <a:off x="2834696" y="49795"/>
        <a:ext cx="1179691" cy="742279"/>
      </dsp:txXfrm>
    </dsp:sp>
    <dsp:sp modelId="{6B30B88F-7CFD-4449-8DCE-0A7B9DF454EC}">
      <dsp:nvSpPr>
        <dsp:cNvPr id="0" name=""/>
        <dsp:cNvSpPr/>
      </dsp:nvSpPr>
      <dsp:spPr>
        <a:xfrm>
          <a:off x="4191640" y="9640"/>
          <a:ext cx="1260001" cy="822589"/>
        </a:xfrm>
        <a:prstGeom prst="roundRect">
          <a:avLst/>
        </a:prstGeom>
        <a:solidFill>
          <a:srgbClr val="EEF5FC"/>
        </a:solidFill>
        <a:ln w="12700">
          <a:solidFill>
            <a:schemeClr val="accent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Factor 4</a:t>
          </a:r>
        </a:p>
      </dsp:txBody>
      <dsp:txXfrm>
        <a:off x="4231795" y="49795"/>
        <a:ext cx="1179691" cy="742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96608-D6FB-40CA-B381-4625C43420D9}" type="datetimeFigureOut">
              <a:rPr lang="it-IT" smtClean="0"/>
              <a:t>22/03/2025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B0439-DD55-42CD-B095-ABE0B0ACEF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432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716692" y="2394858"/>
            <a:ext cx="7730042" cy="2065384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400">
                <a:solidFill>
                  <a:schemeClr val="accent5"/>
                </a:solidFill>
              </a:defRPr>
            </a:lvl1pPr>
          </a:lstStyle>
          <a:p>
            <a:r>
              <a:rPr lang="en-GB" noProof="0" dirty="0"/>
              <a:t>#Presentation title Presentation title Presentation title Presentation title Presentation title Presentation title #</a:t>
            </a:r>
          </a:p>
        </p:txBody>
      </p:sp>
      <p:sp>
        <p:nvSpPr>
          <p:cNvPr id="29" name="Segnaposto testo 28"/>
          <p:cNvSpPr>
            <a:spLocks noGrp="1"/>
          </p:cNvSpPr>
          <p:nvPr>
            <p:ph type="body" sz="quarter" idx="11" hasCustomPrompt="1"/>
          </p:nvPr>
        </p:nvSpPr>
        <p:spPr>
          <a:xfrm>
            <a:off x="716692" y="4701840"/>
            <a:ext cx="7730042" cy="1406587"/>
          </a:xfrm>
        </p:spPr>
        <p:txBody>
          <a:bodyPr numCol="1" anchor="ctr">
            <a:noAutofit/>
          </a:bodyPr>
          <a:lstStyle>
            <a:lvl1pPr marL="0" indent="0" algn="ctr">
              <a:lnSpc>
                <a:spcPct val="114000"/>
              </a:lnSpc>
              <a:buNone/>
              <a:defRPr sz="20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#Name Surname, Name Surname# </a:t>
            </a:r>
            <a:br>
              <a:rPr lang="en-GB" noProof="0" dirty="0"/>
            </a:br>
            <a:r>
              <a:rPr lang="en-GB" noProof="0" dirty="0"/>
              <a:t>#Name Surname, Name Surname#</a:t>
            </a:r>
          </a:p>
          <a:p>
            <a:pPr lvl="0"/>
            <a:r>
              <a:rPr lang="en-GB" noProof="0" dirty="0"/>
              <a:t>#name.surname@domain.com#</a:t>
            </a:r>
          </a:p>
        </p:txBody>
      </p:sp>
      <p:sp>
        <p:nvSpPr>
          <p:cNvPr id="7" name="Rettangolo 6"/>
          <p:cNvSpPr/>
          <p:nvPr userDrawn="1"/>
        </p:nvSpPr>
        <p:spPr>
          <a:xfrm flipV="1">
            <a:off x="0" y="6772361"/>
            <a:ext cx="9144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/>
          <p:cNvSpPr/>
          <p:nvPr userDrawn="1"/>
        </p:nvSpPr>
        <p:spPr>
          <a:xfrm flipV="1">
            <a:off x="-1" y="-3114"/>
            <a:ext cx="9144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diritto 8"/>
          <p:cNvCxnSpPr/>
          <p:nvPr userDrawn="1"/>
        </p:nvCxnSpPr>
        <p:spPr>
          <a:xfrm flipH="1">
            <a:off x="716692" y="2392582"/>
            <a:ext cx="7730042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gnaposto testo 28"/>
          <p:cNvSpPr>
            <a:spLocks noGrp="1"/>
          </p:cNvSpPr>
          <p:nvPr>
            <p:ph type="body" sz="quarter" idx="13" hasCustomPrompt="1"/>
          </p:nvPr>
        </p:nvSpPr>
        <p:spPr>
          <a:xfrm>
            <a:off x="716692" y="6217920"/>
            <a:ext cx="7730042" cy="426719"/>
          </a:xfrm>
        </p:spPr>
        <p:txBody>
          <a:bodyPr numCol="1" anchor="ctr">
            <a:noAutofit/>
          </a:bodyPr>
          <a:lstStyle>
            <a:lvl1pPr marL="0" indent="0" algn="ctr">
              <a:lnSpc>
                <a:spcPct val="114000"/>
              </a:lnSpc>
              <a:buNone/>
              <a:defRPr sz="2000" i="0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GB" noProof="0" dirty="0"/>
              <a:t>#Event, Date#</a:t>
            </a:r>
          </a:p>
        </p:txBody>
      </p:sp>
      <p:sp>
        <p:nvSpPr>
          <p:cNvPr id="10" name="Segnaposto testo 28"/>
          <p:cNvSpPr>
            <a:spLocks noGrp="1"/>
          </p:cNvSpPr>
          <p:nvPr>
            <p:ph type="body" sz="quarter" idx="14" hasCustomPrompt="1"/>
          </p:nvPr>
        </p:nvSpPr>
        <p:spPr>
          <a:xfrm>
            <a:off x="716692" y="388619"/>
            <a:ext cx="7730042" cy="1660071"/>
          </a:xfrm>
        </p:spPr>
        <p:txBody>
          <a:bodyPr numCol="1" anchor="ctr">
            <a:noAutofit/>
          </a:bodyPr>
          <a:lstStyle>
            <a:lvl1pPr marL="0" indent="0" algn="ctr">
              <a:lnSpc>
                <a:spcPct val="114000"/>
              </a:lnSpc>
              <a:buNone/>
              <a:defRPr sz="2000" i="0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#Logos and organizations#</a:t>
            </a:r>
            <a:br>
              <a:rPr lang="en-GB" noProof="0" dirty="0"/>
            </a:br>
            <a:r>
              <a:rPr lang="en-GB" noProof="0" dirty="0"/>
              <a:t>#Logos and organizations#</a:t>
            </a:r>
            <a:br>
              <a:rPr lang="en-GB" noProof="0" dirty="0"/>
            </a:br>
            <a:r>
              <a:rPr lang="en-GB" noProof="0" dirty="0"/>
              <a:t>#Logos and organizations#</a:t>
            </a:r>
            <a:br>
              <a:rPr lang="en-GB" noProof="0" dirty="0"/>
            </a:br>
            <a:r>
              <a:rPr lang="en-GB" noProof="0" dirty="0"/>
              <a:t>#Logos and organizations#</a:t>
            </a:r>
          </a:p>
        </p:txBody>
      </p:sp>
      <p:sp>
        <p:nvSpPr>
          <p:cNvPr id="5" name="CasellaDiTesto 4"/>
          <p:cNvSpPr txBox="1"/>
          <p:nvPr userDrawn="1"/>
        </p:nvSpPr>
        <p:spPr>
          <a:xfrm>
            <a:off x="4315013" y="4242793"/>
            <a:ext cx="533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cs typeface="Times New Roman" panose="02020603050405020304" pitchFamily="18" charset="0"/>
              </a:rPr>
              <a:t>by</a:t>
            </a:r>
            <a:endParaRPr lang="en-GB" sz="2000" i="1" dirty="0" err="1">
              <a:solidFill>
                <a:schemeClr val="accent5">
                  <a:lumMod val="40000"/>
                  <a:lumOff val="60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15" name="Connettore diritto 14"/>
          <p:cNvCxnSpPr/>
          <p:nvPr userDrawn="1"/>
        </p:nvCxnSpPr>
        <p:spPr>
          <a:xfrm flipH="1">
            <a:off x="714787" y="4465819"/>
            <a:ext cx="3598321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/>
          <p:cNvCxnSpPr/>
          <p:nvPr userDrawn="1"/>
        </p:nvCxnSpPr>
        <p:spPr>
          <a:xfrm flipH="1">
            <a:off x="4848413" y="4465819"/>
            <a:ext cx="3598321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15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gradFill>
          <a:gsLst>
            <a:gs pos="100000">
              <a:schemeClr val="accent5">
                <a:lumMod val="50000"/>
              </a:schemeClr>
            </a:gs>
            <a:gs pos="1000">
              <a:schemeClr val="accent5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0941" y="2751448"/>
            <a:ext cx="1658330" cy="1345845"/>
          </a:xfrm>
        </p:spPr>
        <p:txBody>
          <a:bodyPr anchor="ctr">
            <a:noAutofit/>
          </a:bodyPr>
          <a:lstStyle>
            <a:lvl1pPr marL="0" indent="0" algn="r">
              <a:buNone/>
              <a:defRPr sz="9600" b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88</a:t>
            </a:r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3606115" y="2799074"/>
            <a:ext cx="4842560" cy="1298219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#Section title#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3606115" y="4680000"/>
            <a:ext cx="484256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i="1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#Subtitle#</a:t>
            </a:r>
          </a:p>
        </p:txBody>
      </p:sp>
      <p:cxnSp>
        <p:nvCxnSpPr>
          <p:cNvPr id="5" name="Connettore diritto 4"/>
          <p:cNvCxnSpPr>
            <a:cxnSpLocks/>
          </p:cNvCxnSpPr>
          <p:nvPr userDrawn="1"/>
        </p:nvCxnSpPr>
        <p:spPr>
          <a:xfrm>
            <a:off x="3147693" y="2614083"/>
            <a:ext cx="0" cy="1619250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670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ithout number">
    <p:bg>
      <p:bgPr>
        <a:gradFill>
          <a:gsLst>
            <a:gs pos="100000">
              <a:schemeClr val="accent5">
                <a:lumMod val="50000"/>
              </a:schemeClr>
            </a:gs>
            <a:gs pos="1000">
              <a:schemeClr val="accent5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150720" y="2799074"/>
            <a:ext cx="4842560" cy="1298219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#Section title#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150720" y="4680000"/>
            <a:ext cx="484256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#Subtitle#</a:t>
            </a:r>
          </a:p>
        </p:txBody>
      </p:sp>
    </p:spTree>
    <p:extLst>
      <p:ext uri="{BB962C8B-B14F-4D97-AF65-F5344CB8AC3E}">
        <p14:creationId xmlns:p14="http://schemas.microsoft.com/office/powerpoint/2010/main" val="1222704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">
    <p:bg>
      <p:bgPr>
        <a:gradFill>
          <a:gsLst>
            <a:gs pos="100000">
              <a:srgbClr val="F0F0F0"/>
            </a:gs>
            <a:gs pos="1000">
              <a:schemeClr val="bg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0" hasCustomPrompt="1"/>
          </p:nvPr>
        </p:nvSpPr>
        <p:spPr>
          <a:xfrm>
            <a:off x="847725" y="2799074"/>
            <a:ext cx="2024762" cy="1301288"/>
          </a:xfrm>
        </p:spPr>
        <p:txBody>
          <a:bodyPr anchor="ctr">
            <a:noAutofit/>
          </a:bodyPr>
          <a:lstStyle>
            <a:lvl1pPr marL="0" indent="0" algn="r">
              <a:buNone/>
              <a:defRPr sz="6600" b="0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8.8</a:t>
            </a:r>
            <a:endParaRPr lang="en-US" dirty="0"/>
          </a:p>
        </p:txBody>
      </p:sp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3606115" y="2799074"/>
            <a:ext cx="4842560" cy="1298219"/>
          </a:xfrm>
        </p:spPr>
        <p:txBody>
          <a:bodyPr anchor="ctr">
            <a:normAutofit/>
          </a:bodyPr>
          <a:lstStyle>
            <a:lvl1pPr algn="l"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GB" noProof="0" dirty="0"/>
              <a:t>#Subsection title#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3606115" y="4680000"/>
            <a:ext cx="4842560" cy="1655762"/>
          </a:xfrm>
        </p:spPr>
        <p:txBody>
          <a:bodyPr>
            <a:normAutofit/>
          </a:bodyPr>
          <a:lstStyle>
            <a:lvl1pPr marL="0" indent="0" algn="l">
              <a:buNone/>
              <a:defRPr sz="1600" i="1">
                <a:solidFill>
                  <a:schemeClr val="accent5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#Subtitle#</a:t>
            </a:r>
          </a:p>
        </p:txBody>
      </p:sp>
      <p:cxnSp>
        <p:nvCxnSpPr>
          <p:cNvPr id="5" name="Connettore diritto 4"/>
          <p:cNvCxnSpPr>
            <a:cxnSpLocks/>
          </p:cNvCxnSpPr>
          <p:nvPr userDrawn="1"/>
        </p:nvCxnSpPr>
        <p:spPr>
          <a:xfrm>
            <a:off x="3239301" y="2799074"/>
            <a:ext cx="0" cy="1298219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575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without number">
    <p:bg>
      <p:bgPr>
        <a:gradFill>
          <a:gsLst>
            <a:gs pos="100000">
              <a:srgbClr val="F0F0F0"/>
            </a:gs>
            <a:gs pos="1000">
              <a:schemeClr val="bg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150720" y="2799074"/>
            <a:ext cx="4842560" cy="1298219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accent5"/>
                </a:solidFill>
              </a:defRPr>
            </a:lvl1pPr>
          </a:lstStyle>
          <a:p>
            <a:r>
              <a:rPr lang="en-GB" noProof="0" dirty="0"/>
              <a:t>#Subsection title#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150720" y="4680000"/>
            <a:ext cx="484256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600" i="1">
                <a:solidFill>
                  <a:schemeClr val="accent5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#Subtitle#</a:t>
            </a:r>
          </a:p>
        </p:txBody>
      </p:sp>
    </p:spTree>
    <p:extLst>
      <p:ext uri="{BB962C8B-B14F-4D97-AF65-F5344CB8AC3E}">
        <p14:creationId xmlns:p14="http://schemas.microsoft.com/office/powerpoint/2010/main" val="1966678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238125" y="1070700"/>
            <a:ext cx="8667750" cy="5381858"/>
          </a:xfrm>
        </p:spPr>
        <p:txBody>
          <a:bodyPr anchor="t">
            <a:no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  <p:sp>
        <p:nvSpPr>
          <p:cNvPr id="13" name="Rettangolo 12"/>
          <p:cNvSpPr/>
          <p:nvPr userDrawn="1"/>
        </p:nvSpPr>
        <p:spPr>
          <a:xfrm flipV="1">
            <a:off x="0" y="0"/>
            <a:ext cx="9144000" cy="759947"/>
          </a:xfrm>
          <a:prstGeom prst="rect">
            <a:avLst/>
          </a:prstGeom>
          <a:gradFill>
            <a:gsLst>
              <a:gs pos="100000">
                <a:schemeClr val="accent5">
                  <a:lumMod val="50000"/>
                </a:schemeClr>
              </a:gs>
              <a:gs pos="0">
                <a:schemeClr val="accent5"/>
              </a:gs>
            </a:gsLst>
            <a:lin ang="18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504825" y="68680"/>
            <a:ext cx="7562851" cy="648689"/>
          </a:xfrm>
          <a:noFill/>
        </p:spPr>
        <p:txBody>
          <a:bodyPr>
            <a:normAutofit/>
          </a:bodyPr>
          <a:lstStyle>
            <a:lvl1pPr algn="l">
              <a:defRPr sz="3400" b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noProof="0" dirty="0"/>
              <a:t>#Slide Title#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162924" y="189375"/>
            <a:ext cx="981075" cy="365125"/>
          </a:xfrm>
        </p:spPr>
        <p:txBody>
          <a:bodyPr/>
          <a:lstStyle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fld id="{4EB0C3B9-95C7-4B9D-9BF8-7100344743C3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6" name="Rettangolo 15"/>
          <p:cNvSpPr/>
          <p:nvPr userDrawn="1"/>
        </p:nvSpPr>
        <p:spPr>
          <a:xfrm flipV="1">
            <a:off x="0" y="6772361"/>
            <a:ext cx="9144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/>
          <p:cNvCxnSpPr/>
          <p:nvPr userDrawn="1"/>
        </p:nvCxnSpPr>
        <p:spPr>
          <a:xfrm>
            <a:off x="8162925" y="78205"/>
            <a:ext cx="0" cy="57902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98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238125" y="1070700"/>
            <a:ext cx="4180050" cy="5381858"/>
          </a:xfrm>
        </p:spPr>
        <p:txBody>
          <a:bodyPr anchor="t">
            <a:no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  <p:sp>
        <p:nvSpPr>
          <p:cNvPr id="13" name="Rettangolo 12"/>
          <p:cNvSpPr/>
          <p:nvPr userDrawn="1"/>
        </p:nvSpPr>
        <p:spPr>
          <a:xfrm flipV="1">
            <a:off x="0" y="0"/>
            <a:ext cx="9144000" cy="759947"/>
          </a:xfrm>
          <a:prstGeom prst="rect">
            <a:avLst/>
          </a:prstGeom>
          <a:gradFill>
            <a:gsLst>
              <a:gs pos="100000">
                <a:schemeClr val="accent5">
                  <a:lumMod val="50000"/>
                </a:schemeClr>
              </a:gs>
              <a:gs pos="0">
                <a:schemeClr val="accent5"/>
              </a:gs>
            </a:gsLst>
            <a:lin ang="18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504825" y="68680"/>
            <a:ext cx="7562851" cy="648689"/>
          </a:xfrm>
          <a:noFill/>
        </p:spPr>
        <p:txBody>
          <a:bodyPr>
            <a:normAutofit/>
          </a:bodyPr>
          <a:lstStyle>
            <a:lvl1pPr algn="l">
              <a:defRPr sz="3400" b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noProof="0" dirty="0"/>
              <a:t>#Slide Title#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162924" y="189375"/>
            <a:ext cx="981075" cy="365125"/>
          </a:xfrm>
        </p:spPr>
        <p:txBody>
          <a:bodyPr/>
          <a:lstStyle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fld id="{4EB0C3B9-95C7-4B9D-9BF8-7100344743C3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6" name="Rettangolo 15"/>
          <p:cNvSpPr/>
          <p:nvPr userDrawn="1"/>
        </p:nvSpPr>
        <p:spPr>
          <a:xfrm flipV="1">
            <a:off x="0" y="6772361"/>
            <a:ext cx="9144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/>
          <p:cNvCxnSpPr/>
          <p:nvPr userDrawn="1"/>
        </p:nvCxnSpPr>
        <p:spPr>
          <a:xfrm>
            <a:off x="8162925" y="78205"/>
            <a:ext cx="0" cy="57902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6B09B7-222C-733D-DBA6-885FD42C0CCE}"/>
              </a:ext>
            </a:extLst>
          </p:cNvPr>
          <p:cNvCxnSpPr>
            <a:cxnSpLocks/>
          </p:cNvCxnSpPr>
          <p:nvPr userDrawn="1"/>
        </p:nvCxnSpPr>
        <p:spPr>
          <a:xfrm>
            <a:off x="4572000" y="1070700"/>
            <a:ext cx="0" cy="5381858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49388D8F-45A3-6DD2-E964-4161B8DDDE7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25824" y="1071204"/>
            <a:ext cx="4187439" cy="5381858"/>
          </a:xfrm>
        </p:spPr>
        <p:txBody>
          <a:bodyPr anchor="t">
            <a:no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</p:spTree>
    <p:extLst>
      <p:ext uri="{BB962C8B-B14F-4D97-AF65-F5344CB8AC3E}">
        <p14:creationId xmlns:p14="http://schemas.microsoft.com/office/powerpoint/2010/main" val="185733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 or 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/>
          <p:cNvSpPr/>
          <p:nvPr userDrawn="1"/>
        </p:nvSpPr>
        <p:spPr>
          <a:xfrm flipV="1">
            <a:off x="0" y="0"/>
            <a:ext cx="9144000" cy="759947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238124" y="68680"/>
            <a:ext cx="8667751" cy="648689"/>
          </a:xfrm>
          <a:noFill/>
        </p:spPr>
        <p:txBody>
          <a:bodyPr>
            <a:normAutofit/>
          </a:bodyPr>
          <a:lstStyle>
            <a:lvl1pPr algn="ctr">
              <a:defRPr sz="3400" b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noProof="0" dirty="0"/>
              <a:t>#Outline/Conclusion Title#</a:t>
            </a:r>
          </a:p>
        </p:txBody>
      </p:sp>
      <p:sp>
        <p:nvSpPr>
          <p:cNvPr id="16" name="Rettangolo 15"/>
          <p:cNvSpPr/>
          <p:nvPr userDrawn="1"/>
        </p:nvSpPr>
        <p:spPr>
          <a:xfrm flipV="1">
            <a:off x="0" y="6772361"/>
            <a:ext cx="9144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B664741D-F710-4201-B0F0-65E2FCD2583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8125" y="1070700"/>
            <a:ext cx="8667750" cy="5381858"/>
          </a:xfrm>
        </p:spPr>
        <p:txBody>
          <a:bodyPr anchor="t">
            <a:no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</p:spTree>
    <p:extLst>
      <p:ext uri="{BB962C8B-B14F-4D97-AF65-F5344CB8AC3E}">
        <p14:creationId xmlns:p14="http://schemas.microsoft.com/office/powerpoint/2010/main" val="3461586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238125" y="1070700"/>
            <a:ext cx="8667750" cy="5382000"/>
          </a:xfrm>
        </p:spPr>
        <p:txBody>
          <a:bodyPr anchor="t">
            <a:normAutofit/>
          </a:bodyPr>
          <a:lstStyle>
            <a:lvl1pPr marL="457200" marR="0" indent="-457200" algn="l" defTabSz="6858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Tx/>
              <a:buFont typeface="+mj-lt"/>
              <a:buAutoNum type="arabicPeriod"/>
              <a:tabLst/>
              <a:defRPr sz="2000" i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2000">
                <a:solidFill>
                  <a:schemeClr val="accent6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defRPr sz="1800">
                <a:solidFill>
                  <a:schemeClr val="accent6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defRPr sz="1600">
                <a:solidFill>
                  <a:schemeClr val="accent6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defRPr sz="1600">
                <a:solidFill>
                  <a:schemeClr val="accent6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Name Surname, Name Surname and Name Surname,</a:t>
            </a:r>
            <a:br>
              <a:rPr lang="en-US" noProof="0" dirty="0"/>
            </a:br>
            <a:r>
              <a:rPr lang="en-US" noProof="0" dirty="0"/>
              <a:t>“Title”.</a:t>
            </a:r>
            <a:br>
              <a:rPr lang="en-US" noProof="0" dirty="0"/>
            </a:br>
            <a:r>
              <a:rPr lang="en-US" noProof="0" dirty="0"/>
              <a:t>Journal/Editor, #, Year.</a:t>
            </a:r>
          </a:p>
          <a:p>
            <a:pPr lvl="0"/>
            <a:r>
              <a:rPr lang="en-US" noProof="0" dirty="0"/>
              <a:t>Name Surname, Name Surname and Name Surname,</a:t>
            </a:r>
            <a:br>
              <a:rPr lang="en-US" noProof="0" dirty="0"/>
            </a:br>
            <a:r>
              <a:rPr lang="en-US" noProof="0" dirty="0"/>
              <a:t>“Title”.</a:t>
            </a:r>
            <a:br>
              <a:rPr lang="en-US" noProof="0" dirty="0"/>
            </a:br>
            <a:r>
              <a:rPr lang="en-US" noProof="0" dirty="0"/>
              <a:t>Journal/Editor, #, Year.</a:t>
            </a:r>
          </a:p>
          <a:p>
            <a:pPr lvl="0"/>
            <a:r>
              <a:rPr lang="en-US" noProof="0" dirty="0"/>
              <a:t>Name Surname, Name Surname and Name Surname,</a:t>
            </a:r>
            <a:br>
              <a:rPr lang="en-US" noProof="0" dirty="0"/>
            </a:br>
            <a:r>
              <a:rPr lang="en-US" noProof="0" dirty="0"/>
              <a:t>“Title”.</a:t>
            </a:r>
            <a:br>
              <a:rPr lang="en-US" noProof="0" dirty="0"/>
            </a:br>
            <a:r>
              <a:rPr lang="en-US" noProof="0" dirty="0"/>
              <a:t>Journal/Editor, #, Year.</a:t>
            </a:r>
          </a:p>
          <a:p>
            <a:pPr lvl="0"/>
            <a:endParaRPr lang="en-US" noProof="0" dirty="0"/>
          </a:p>
        </p:txBody>
      </p:sp>
      <p:sp>
        <p:nvSpPr>
          <p:cNvPr id="13" name="Rettangolo 12"/>
          <p:cNvSpPr/>
          <p:nvPr userDrawn="1"/>
        </p:nvSpPr>
        <p:spPr>
          <a:xfrm flipV="1">
            <a:off x="0" y="0"/>
            <a:ext cx="9144000" cy="759947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238124" y="68680"/>
            <a:ext cx="8667751" cy="648689"/>
          </a:xfrm>
          <a:noFill/>
        </p:spPr>
        <p:txBody>
          <a:bodyPr>
            <a:normAutofit/>
          </a:bodyPr>
          <a:lstStyle>
            <a:lvl1pPr algn="ctr">
              <a:defRPr sz="3400" b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GB" noProof="0" dirty="0"/>
              <a:t>#References Title#</a:t>
            </a:r>
          </a:p>
        </p:txBody>
      </p:sp>
      <p:sp>
        <p:nvSpPr>
          <p:cNvPr id="16" name="Rettangolo 15"/>
          <p:cNvSpPr/>
          <p:nvPr userDrawn="1"/>
        </p:nvSpPr>
        <p:spPr>
          <a:xfrm flipV="1">
            <a:off x="0" y="6772361"/>
            <a:ext cx="9144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8816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out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 userDrawn="1"/>
        </p:nvSpPr>
        <p:spPr>
          <a:xfrm flipV="1">
            <a:off x="0" y="6772361"/>
            <a:ext cx="9144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/>
          <p:cNvSpPr/>
          <p:nvPr userDrawn="1"/>
        </p:nvSpPr>
        <p:spPr>
          <a:xfrm flipV="1">
            <a:off x="-1" y="-3114"/>
            <a:ext cx="9144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Segnaposto contenuto 2"/>
          <p:cNvSpPr>
            <a:spLocks noGrp="1"/>
          </p:cNvSpPr>
          <p:nvPr>
            <p:ph idx="1" hasCustomPrompt="1"/>
          </p:nvPr>
        </p:nvSpPr>
        <p:spPr>
          <a:xfrm>
            <a:off x="238125" y="329514"/>
            <a:ext cx="8667750" cy="6237400"/>
          </a:xfrm>
        </p:spPr>
        <p:txBody>
          <a:bodyPr anchor="t">
            <a:normAutofit/>
          </a:bodyPr>
          <a:lstStyle>
            <a:lvl1pPr marL="288000" indent="-28800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chemeClr val="accent6"/>
              </a:buClr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648000" indent="-288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1008000" indent="-288000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defRPr sz="1800">
                <a:solidFill>
                  <a:schemeClr val="tx1"/>
                </a:solidFill>
                <a:latin typeface="+mn-lt"/>
              </a:defRPr>
            </a:lvl3pPr>
            <a:lvl4pPr marL="1368000" indent="-288000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defRPr sz="1800">
                <a:solidFill>
                  <a:schemeClr val="tx1"/>
                </a:solidFill>
                <a:latin typeface="+mn-lt"/>
              </a:defRPr>
            </a:lvl4pPr>
            <a:lvl5pPr marL="1728000" indent="-288000">
              <a:lnSpc>
                <a:spcPct val="114000"/>
              </a:lnSpc>
              <a:spcBef>
                <a:spcPts val="0"/>
              </a:spcBef>
              <a:buClr>
                <a:schemeClr val="accent6"/>
              </a:buClr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 noProof="0" dirty="0"/>
              <a:t>#Click here to insert text#</a:t>
            </a:r>
          </a:p>
          <a:p>
            <a:pPr lvl="1"/>
            <a:r>
              <a:rPr lang="en-GB" noProof="0" dirty="0"/>
              <a:t>#Second level#</a:t>
            </a:r>
          </a:p>
          <a:p>
            <a:pPr lvl="2"/>
            <a:r>
              <a:rPr lang="en-GB" noProof="0" dirty="0"/>
              <a:t>#Third level#</a:t>
            </a:r>
          </a:p>
          <a:p>
            <a:pPr lvl="3"/>
            <a:r>
              <a:rPr lang="en-GB" noProof="0" dirty="0"/>
              <a:t>#Fourth level#</a:t>
            </a:r>
          </a:p>
          <a:p>
            <a:pPr lvl="4"/>
            <a:r>
              <a:rPr lang="en-GB" noProof="0" dirty="0"/>
              <a:t>#Fifth level#</a:t>
            </a:r>
          </a:p>
        </p:txBody>
      </p:sp>
    </p:spTree>
    <p:extLst>
      <p:ext uri="{BB962C8B-B14F-4D97-AF65-F5344CB8AC3E}">
        <p14:creationId xmlns:p14="http://schemas.microsoft.com/office/powerpoint/2010/main" val="548420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 userDrawn="1"/>
        </p:nvSpPr>
        <p:spPr>
          <a:xfrm flipV="1">
            <a:off x="0" y="6772361"/>
            <a:ext cx="9144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162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/>
          <p:cNvSpPr/>
          <p:nvPr userDrawn="1"/>
        </p:nvSpPr>
        <p:spPr>
          <a:xfrm flipV="1">
            <a:off x="-1" y="-3114"/>
            <a:ext cx="9144000" cy="86438"/>
          </a:xfrm>
          <a:prstGeom prst="rect">
            <a:avLst/>
          </a:prstGeom>
          <a:gradFill flip="none" rotWithShape="1">
            <a:gsLst>
              <a:gs pos="100000">
                <a:schemeClr val="accent5">
                  <a:lumMod val="50000"/>
                </a:schemeClr>
              </a:gs>
              <a:gs pos="1000">
                <a:schemeClr val="accent5"/>
              </a:gs>
            </a:gsLst>
            <a:lin ang="18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6" hasCustomPrompt="1"/>
          </p:nvPr>
        </p:nvSpPr>
        <p:spPr>
          <a:xfrm>
            <a:off x="2412271" y="3335384"/>
            <a:ext cx="4624256" cy="4348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#</a:t>
            </a:r>
            <a:r>
              <a:rPr lang="it-IT" dirty="0" err="1"/>
              <a:t>Thank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for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attention</a:t>
            </a:r>
            <a:r>
              <a:rPr lang="it-IT" dirty="0"/>
              <a:t>.#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1025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0C97B-767A-4BC4-BFA6-AF6547CF8163}" type="datetime1">
              <a:rPr lang="it-IT" smtClean="0"/>
              <a:t>22/03/2025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0C3B9-95C7-4B9D-9BF8-7100344743C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7515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39" r:id="rId2"/>
    <p:sldLayoutId id="2147483766" r:id="rId3"/>
    <p:sldLayoutId id="2147483759" r:id="rId4"/>
    <p:sldLayoutId id="2147483767" r:id="rId5"/>
    <p:sldLayoutId id="2147483740" r:id="rId6"/>
    <p:sldLayoutId id="2147483768" r:id="rId7"/>
    <p:sldLayoutId id="2147483760" r:id="rId8"/>
    <p:sldLayoutId id="2147483762" r:id="rId9"/>
    <p:sldLayoutId id="2147483764" r:id="rId10"/>
    <p:sldLayoutId id="2147483754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co-coraggio/scientist-s-matchbox" TargetMode="External"/><Relationship Id="rId2" Type="http://schemas.openxmlformats.org/officeDocument/2006/relationships/hyperlink" Target="https://www.marco-coraggio.com/scientist-s-matchbox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kiwand.com/en/Mathematical_Alphanumeric_Symbols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Template for </a:t>
            </a:r>
            <a:r>
              <a:rPr lang="en-US"/>
              <a:t>presentations </a:t>
            </a:r>
            <a:br>
              <a:rPr lang="en-US"/>
            </a:br>
            <a:r>
              <a:rPr lang="en-US"/>
              <a:t>in Microsoft PowerPoint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u="sng" dirty="0"/>
              <a:t>Marco Coraggio</a:t>
            </a:r>
            <a:r>
              <a:rPr lang="en-US" baseline="30000" dirty="0"/>
              <a:t>1</a:t>
            </a:r>
            <a:r>
              <a:rPr lang="en-US" dirty="0"/>
              <a:t>, | v1.0.4 | Part of </a:t>
            </a:r>
            <a:r>
              <a:rPr lang="en-US" dirty="0">
                <a:hlinkClick r:id="rId2"/>
              </a:rPr>
              <a:t>Scientist's Matchbox</a:t>
            </a:r>
            <a:endParaRPr lang="en-US" baseline="30000" dirty="0"/>
          </a:p>
          <a:p>
            <a:r>
              <a:rPr lang="en-US" sz="1200" baseline="30000" dirty="0"/>
              <a:t>1</a:t>
            </a:r>
            <a:r>
              <a:rPr lang="en-US" sz="1200" i="1" dirty="0"/>
              <a:t>Affiliation (optional)</a:t>
            </a:r>
            <a:endParaRPr lang="en-US" i="1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Name of the event or location, 99 Month 2099</a:t>
            </a:r>
          </a:p>
        </p:txBody>
      </p:sp>
      <p:sp>
        <p:nvSpPr>
          <p:cNvPr id="16" name="Segnaposto testo 15"/>
          <p:cNvSpPr>
            <a:spLocks noGrp="1"/>
          </p:cNvSpPr>
          <p:nvPr>
            <p:ph type="body" sz="quarter" idx="14"/>
          </p:nvPr>
        </p:nvSpPr>
        <p:spPr>
          <a:xfrm>
            <a:off x="716692" y="388619"/>
            <a:ext cx="7730042" cy="1660071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11" name="Picture 10">
            <a:hlinkClick r:id="rId3"/>
            <a:extLst>
              <a:ext uri="{FF2B5EF4-FFF2-40B4-BE49-F238E27FC236}">
                <a16:creationId xmlns:a16="http://schemas.microsoft.com/office/drawing/2014/main" id="{4F458FED-0B52-04EB-C3A7-DD8A02F7D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0816" y="767058"/>
            <a:ext cx="5142367" cy="90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3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xfrm>
            <a:off x="238124" y="68680"/>
            <a:ext cx="8667751" cy="648689"/>
          </a:xfrm>
        </p:spPr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238125" y="1069975"/>
            <a:ext cx="8667750" cy="5383213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When possible, give the outline and/or motivation of your presentation.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Point 2.</a:t>
            </a:r>
            <a:br>
              <a:rPr lang="en-GB" dirty="0"/>
            </a:b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Point 3…</a:t>
            </a:r>
          </a:p>
        </p:txBody>
      </p:sp>
    </p:spTree>
    <p:extLst>
      <p:ext uri="{BB962C8B-B14F-4D97-AF65-F5344CB8AC3E}">
        <p14:creationId xmlns:p14="http://schemas.microsoft.com/office/powerpoint/2010/main" val="99326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you need to reduce text size… don't do it: it's indication that the slide has too much content.</a:t>
            </a:r>
          </a:p>
          <a:p>
            <a:r>
              <a:rPr lang="en-GB" dirty="0"/>
              <a:t>Animate the elements in the slide, </a:t>
            </a:r>
            <a:br>
              <a:rPr lang="en-GB" dirty="0"/>
            </a:br>
            <a:r>
              <a:rPr lang="en-GB" dirty="0"/>
              <a:t>to keep attention of the audience.</a:t>
            </a:r>
          </a:p>
          <a:p>
            <a:r>
              <a:rPr lang="en-GB" dirty="0"/>
              <a:t>Use few words: 1-2 lines per bullet if possible.</a:t>
            </a:r>
          </a:p>
          <a:p>
            <a:r>
              <a:rPr lang="en-GB" dirty="0"/>
              <a:t>Use </a:t>
            </a:r>
            <a:r>
              <a:rPr lang="en-GB" dirty="0">
                <a:latin typeface="Consolas" panose="020B0609020204030204" pitchFamily="49" charset="0"/>
              </a:rPr>
              <a:t>shift + enter</a:t>
            </a:r>
            <a:r>
              <a:rPr lang="en-GB" dirty="0"/>
              <a:t> to insert additional space between two bullet points.</a:t>
            </a:r>
            <a:br>
              <a:rPr lang="en-GB" dirty="0"/>
            </a:br>
            <a:endParaRPr lang="en-GB" dirty="0"/>
          </a:p>
          <a:p>
            <a:r>
              <a:rPr lang="en-GB" dirty="0"/>
              <a:t>You can separate text and </a:t>
            </a:r>
            <a:br>
              <a:rPr lang="en-GB" dirty="0"/>
            </a:br>
            <a:r>
              <a:rPr lang="en-GB" dirty="0"/>
              <a:t>images using a vertical line.</a:t>
            </a: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Style guidelines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3</a:t>
            </a:fld>
            <a:endParaRPr lang="it-IT" dirty="0"/>
          </a:p>
        </p:txBody>
      </p:sp>
      <p:cxnSp>
        <p:nvCxnSpPr>
          <p:cNvPr id="5" name="Connettore diritto 10">
            <a:extLst>
              <a:ext uri="{FF2B5EF4-FFF2-40B4-BE49-F238E27FC236}">
                <a16:creationId xmlns:a16="http://schemas.microsoft.com/office/drawing/2014/main" id="{84D09088-25AB-5AF6-FD1D-233B14F26D57}"/>
              </a:ext>
            </a:extLst>
          </p:cNvPr>
          <p:cNvCxnSpPr>
            <a:cxnSpLocks/>
          </p:cNvCxnSpPr>
          <p:nvPr/>
        </p:nvCxnSpPr>
        <p:spPr>
          <a:xfrm>
            <a:off x="5372166" y="4840255"/>
            <a:ext cx="0" cy="1657454"/>
          </a:xfrm>
          <a:prstGeom prst="line">
            <a:avLst/>
          </a:prstGeom>
          <a:ln w="127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D641044-C76D-CE34-5D12-6B253F8E2596}"/>
              </a:ext>
            </a:extLst>
          </p:cNvPr>
          <p:cNvGrpSpPr/>
          <p:nvPr/>
        </p:nvGrpSpPr>
        <p:grpSpPr>
          <a:xfrm>
            <a:off x="5999242" y="4840255"/>
            <a:ext cx="2964106" cy="1717543"/>
            <a:chOff x="6083907" y="5163900"/>
            <a:chExt cx="2964106" cy="1717543"/>
          </a:xfrm>
        </p:grpSpPr>
        <p:pic>
          <p:nvPicPr>
            <p:cNvPr id="8" name="Picture 6" descr="Risultati immagini per pillars of creation">
              <a:extLst>
                <a:ext uri="{FF2B5EF4-FFF2-40B4-BE49-F238E27FC236}">
                  <a16:creationId xmlns:a16="http://schemas.microsoft.com/office/drawing/2014/main" id="{49E5383E-43CC-0E83-2028-AF928BBDF2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3652" y="5163900"/>
              <a:ext cx="2004616" cy="1126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sellaDiTesto 5 2">
              <a:extLst>
                <a:ext uri="{FF2B5EF4-FFF2-40B4-BE49-F238E27FC236}">
                  <a16:creationId xmlns:a16="http://schemas.microsoft.com/office/drawing/2014/main" id="{E1BE0893-A979-D406-0899-FF2F31F0FE00}"/>
                </a:ext>
              </a:extLst>
            </p:cNvPr>
            <p:cNvSpPr txBox="1"/>
            <p:nvPr/>
          </p:nvSpPr>
          <p:spPr>
            <a:xfrm>
              <a:off x="6083907" y="6296668"/>
              <a:ext cx="2964106" cy="584775"/>
            </a:xfrm>
            <a:prstGeom prst="rect">
              <a:avLst/>
            </a:prstGeom>
            <a:noFill/>
            <a:ln w="12700"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Images might have captions.</a:t>
              </a:r>
              <a:br>
                <a:rPr lang="en-GB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Avoid light colors like yellow.</a:t>
              </a:r>
              <a:endParaRPr lang="en-GB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869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926BCF-80EB-8603-42EB-7989FBC75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Math font: Times New Roman or Nimbus Roman No 9 L.</a:t>
            </a:r>
          </a:p>
          <a:p>
            <a:r>
              <a:rPr lang="en-GB" sz="2400" dirty="0"/>
              <a:t>When possible, type math as text (not LaTeX), e.g., </a:t>
            </a:r>
            <a:r>
              <a:rPr lang="en-GB" sz="2400" b="1" dirty="0"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x</a:t>
            </a:r>
            <a:r>
              <a:rPr lang="en-GB" sz="2400" dirty="0"/>
              <a:t>,</a:t>
            </a:r>
            <a:r>
              <a:rPr lang="en-GB" sz="2400" i="1" dirty="0">
                <a:latin typeface="NimbusRomNo9L" panose="00000500000000000000" pitchFamily="50" charset="0"/>
              </a:rPr>
              <a:t> </a:t>
            </a:r>
            <a:r>
              <a:rPr lang="en-GB" sz="2400" i="1" dirty="0"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u</a:t>
            </a:r>
            <a:r>
              <a:rPr lang="en-GB" sz="2400" dirty="0"/>
              <a:t>,</a:t>
            </a:r>
            <a:r>
              <a:rPr lang="en-GB" sz="2400" i="1" dirty="0">
                <a:latin typeface="NimbusRomNo9L" panose="00000500000000000000" pitchFamily="50" charset="0"/>
              </a:rPr>
              <a:t> </a:t>
            </a:r>
            <a:r>
              <a:rPr lang="en-GB" sz="2400" b="1" dirty="0"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A</a:t>
            </a:r>
            <a:r>
              <a:rPr lang="en-GB" sz="2400" dirty="0"/>
              <a:t>. </a:t>
            </a:r>
          </a:p>
          <a:p>
            <a:r>
              <a:rPr lang="en-GB" sz="2400" dirty="0"/>
              <a:t>When you can't, use IguanaTeX (copy-paste the following):</a:t>
            </a:r>
            <a:br>
              <a:rPr lang="en-GB" sz="2400" dirty="0"/>
            </a:br>
            <a:br>
              <a:rPr lang="en-GB" sz="2400" dirty="0"/>
            </a:br>
            <a:endParaRPr lang="en-GB" sz="2400" dirty="0"/>
          </a:p>
          <a:p>
            <a:r>
              <a:rPr lang="en-GB" sz="2400" dirty="0"/>
              <a:t>Custom shortcuts in IguanaTeX:</a:t>
            </a:r>
          </a:p>
          <a:p>
            <a:pPr lvl="1"/>
            <a:r>
              <a:rPr lang="en-GB" sz="2000" dirty="0">
                <a:latin typeface="Consolas" panose="020B0609020204030204" pitchFamily="49" charset="0"/>
              </a:rPr>
              <a:t>\R{ }</a:t>
            </a:r>
            <a:r>
              <a:rPr lang="en-GB" sz="2000" dirty="0"/>
              <a:t>: upright text;</a:t>
            </a:r>
            <a:r>
              <a:rPr lang="en-GB" dirty="0">
                <a:latin typeface="Consolas" panose="020B0609020204030204" pitchFamily="49" charset="0"/>
              </a:rPr>
              <a:t>    \B{ }</a:t>
            </a:r>
            <a:r>
              <a:rPr lang="en-GB" dirty="0"/>
              <a:t>: bold text;</a:t>
            </a:r>
            <a:r>
              <a:rPr lang="en-GB" dirty="0">
                <a:latin typeface="Consolas" panose="020B0609020204030204" pitchFamily="49" charset="0"/>
              </a:rPr>
              <a:t>    \C{ }</a:t>
            </a:r>
            <a:r>
              <a:rPr lang="en-GB" dirty="0"/>
              <a:t>: calligraphic text;</a:t>
            </a:r>
            <a:endParaRPr lang="en-GB" sz="2000" dirty="0"/>
          </a:p>
          <a:p>
            <a:pPr lvl="1"/>
            <a:r>
              <a:rPr lang="en-GB" sz="2000" dirty="0">
                <a:latin typeface="Consolas" panose="020B0609020204030204" pitchFamily="49" charset="0"/>
              </a:rPr>
              <a:t>\BB{ }</a:t>
            </a:r>
            <a:r>
              <a:rPr lang="en-GB" sz="2000" dirty="0"/>
              <a:t>: blackboard symbols;</a:t>
            </a:r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sz="2000" dirty="0">
                <a:latin typeface="Consolas" panose="020B0609020204030204" pitchFamily="49" charset="0"/>
              </a:rPr>
              <a:t>\T</a:t>
            </a:r>
            <a:r>
              <a:rPr lang="en-GB" sz="2000" dirty="0"/>
              <a:t>: transpose.</a:t>
            </a:r>
            <a:endParaRPr lang="en-GB" dirty="0"/>
          </a:p>
          <a:p>
            <a:r>
              <a:rPr lang="en-GB" dirty="0"/>
              <a:t>Symbols: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± × ⋅ ÷ √ ‖ ∂ ∘ ⊕ ⊗     ≠ ≈ ≜ ≡ ≤ ≥ ≪ ≫ ≺ ≻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⇒ ⇐ ⇔ → ← ⟷ ↦     ⊃ ⊂ ⊆ ⊇ ⊅ ⊄ ∋ ∈ ∌ ∉ ∪ ∩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ℕ ℤ ℚ ℝ ℂ ∅     ∀ ∃ ∄ ∨ ∧     ∑ ∫ ⋯ ∞</a:t>
            </a:r>
            <a:r>
              <a:rPr lang="en-GB" dirty="0"/>
              <a:t>    (</a:t>
            </a:r>
            <a:r>
              <a:rPr lang="en-GB" dirty="0">
                <a:hlinkClick r:id="rId3"/>
              </a:rPr>
              <a:t>more</a:t>
            </a:r>
            <a:r>
              <a:rPr lang="en-GB" dirty="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71B1BC-180A-F0D0-17E3-8081CC1E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2332A-0D5F-44CE-638E-3DD1C5DA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4</a:t>
            </a:fld>
            <a:endParaRPr lang="it-IT" dirty="0"/>
          </a:p>
        </p:txBody>
      </p:sp>
      <p:pic>
        <p:nvPicPr>
          <p:cNvPr id="7" name="Picture 6" descr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ewtxtext}&#10;\usepackage{newtxmath}&#10;\newcommand{\T}{^{\mathsf{T}}}&#10;\newcommand{\R}[1]{\mathrm{#1}}&#10;\newcommand{\ON}[1]{\operatorname{#1}}&#10;\newcommand{\B}[1]{\if#1\relax\bm{#1}\else\mathbf{#1}\fi} % bold text&#10;\renewcommand{\vec}[1]{\if#1\relax\bm{#1}\else\mathbf{#1}\fi} % vectors&#10;\newcommand{\mat}[1]{\if#1\relax\bm{#1}\else\mathbf{#1}\fi}   % matrices&#10;\newcommand{\BB}[1]{\mathbb{#1}}&#10;\newcommand{\C}[1]{\mathcal{#1}}&#10;\newcommand{\abs}[1]{\left\lvert #1 \right\rvert}&#10;\newcommand{\norm}[1]{\left\lVert #1 \right\rVert}&#10;\newcommand{\overbar}[1]{\mkern 1.5mu\overline{\mkern-1.5mu#1\mkern-1.5mu}\mkern 1.5mu}&#10;\pagestyle{empty}&#10;\begin{document}&#10;&#10;\[&#10;\dot{\B{x}} = \B{A} \B{x} + \B{B} u, \quad \B{x} \in \mathbb{R}^n, u \in \mathbb{R}.&#10;\]&#10;&#10;\end{document}" title="IguanaTex Bitmap Display">
            <a:extLst>
              <a:ext uri="{FF2B5EF4-FFF2-40B4-BE49-F238E27FC236}">
                <a16:creationId xmlns:a16="http://schemas.microsoft.com/office/drawing/2014/main" id="{59FEAAE7-54E7-C14F-165B-3F53BC9E85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099" y="3030525"/>
            <a:ext cx="3727170" cy="27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95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Give theorems (definitions, etc.) using this box: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lang="en-GB" dirty="0"/>
              <a:t>Give references like this [1]. Start from "1" in each slide. </a:t>
            </a:r>
            <a:br>
              <a:rPr lang="en-GB" dirty="0"/>
            </a:br>
            <a:r>
              <a:rPr lang="en-GB" dirty="0"/>
              <a:t>A complete reference list may be given after the conclusion.</a:t>
            </a: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Theorem box and references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5</a:t>
            </a:fld>
            <a:endParaRPr lang="it-IT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6FFBB6-E3E6-EED0-B2CD-014EAABB53AF}"/>
              </a:ext>
            </a:extLst>
          </p:cNvPr>
          <p:cNvGrpSpPr/>
          <p:nvPr/>
        </p:nvGrpSpPr>
        <p:grpSpPr>
          <a:xfrm>
            <a:off x="294064" y="5301217"/>
            <a:ext cx="3553318" cy="443293"/>
            <a:chOff x="294064" y="6198709"/>
            <a:chExt cx="3553318" cy="443293"/>
          </a:xfrm>
        </p:grpSpPr>
        <p:cxnSp>
          <p:nvCxnSpPr>
            <p:cNvPr id="9" name="Connettore diritto 8"/>
            <p:cNvCxnSpPr/>
            <p:nvPr/>
          </p:nvCxnSpPr>
          <p:spPr>
            <a:xfrm>
              <a:off x="341643" y="6198709"/>
              <a:ext cx="3505739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magine 9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064" y="6332504"/>
              <a:ext cx="309498" cy="309498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26080C4-1C57-4473-98C7-D24B355C98DD}"/>
              </a:ext>
            </a:extLst>
          </p:cNvPr>
          <p:cNvSpPr txBox="1"/>
          <p:nvPr/>
        </p:nvSpPr>
        <p:spPr>
          <a:xfrm>
            <a:off x="680707" y="5355296"/>
            <a:ext cx="8226000" cy="135421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spcAft>
                <a:spcPts val="600"/>
              </a:spcAft>
            </a:pPr>
            <a:r>
              <a:rPr lang="en-GB" sz="1200" dirty="0"/>
              <a:t>[1] N. Surname, N. Surname, N. Surname, “Title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”, Journal/Conference, Year.</a:t>
            </a:r>
          </a:p>
          <a:p>
            <a:pPr>
              <a:spcAft>
                <a:spcPts val="600"/>
              </a:spcAft>
            </a:pPr>
            <a:r>
              <a:rPr lang="en-GB" sz="1200" dirty="0"/>
              <a:t>[2] N. Surname, N. Surname, N. Surname, “Title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”, Journal/Conference, Year.</a:t>
            </a:r>
          </a:p>
          <a:p>
            <a:pPr>
              <a:spcAft>
                <a:spcPts val="600"/>
              </a:spcAft>
            </a:pPr>
            <a:r>
              <a:rPr lang="en-GB" sz="1200"/>
              <a:t>[3] </a:t>
            </a:r>
            <a:r>
              <a:rPr lang="en-GB" sz="1200" dirty="0"/>
              <a:t>N. Surname, N. Surname, N. Surname, “Title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 </a:t>
            </a:r>
            <a:r>
              <a:rPr lang="en-GB" sz="1200" dirty="0" err="1"/>
              <a:t>Title</a:t>
            </a:r>
            <a:r>
              <a:rPr lang="en-GB" sz="1200" dirty="0"/>
              <a:t>”, Journal/Conference, Year.</a:t>
            </a:r>
          </a:p>
        </p:txBody>
      </p:sp>
      <p:sp>
        <p:nvSpPr>
          <p:cNvPr id="6" name="Rettangolo arrotondato 5"/>
          <p:cNvSpPr/>
          <p:nvPr/>
        </p:nvSpPr>
        <p:spPr>
          <a:xfrm>
            <a:off x="238125" y="1950616"/>
            <a:ext cx="8667750" cy="1437610"/>
          </a:xfrm>
          <a:prstGeom prst="roundRect">
            <a:avLst>
              <a:gd name="adj" fmla="val 0"/>
            </a:avLst>
          </a:prstGeom>
          <a:solidFill>
            <a:schemeClr val="accent1">
              <a:lumMod val="10000"/>
              <a:lumOff val="9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bIns="108000" rtlCol="0" anchor="t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b="1" dirty="0">
                <a:solidFill>
                  <a:schemeClr val="tx1"/>
                </a:solidFill>
              </a:rPr>
              <a:t>Theorem 1 (Pythagorean theorem). </a:t>
            </a:r>
            <a:br>
              <a:rPr lang="en-GB" sz="2400" b="1" dirty="0">
                <a:solidFill>
                  <a:schemeClr val="tx1"/>
                </a:solidFill>
              </a:rPr>
            </a:br>
            <a:r>
              <a:rPr lang="en-GB" sz="2400" dirty="0">
                <a:solidFill>
                  <a:schemeClr val="tx1"/>
                </a:solidFill>
              </a:rPr>
              <a:t>Let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c</a:t>
            </a:r>
            <a:r>
              <a:rPr lang="en-GB" sz="2400" dirty="0">
                <a:solidFill>
                  <a:schemeClr val="tx1"/>
                </a:solidFill>
              </a:rPr>
              <a:t> be the hypotenuse of a right triangle, and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a</a:t>
            </a:r>
            <a:r>
              <a:rPr lang="en-GB" sz="2400" dirty="0">
                <a:solidFill>
                  <a:schemeClr val="tx1"/>
                </a:solidFill>
              </a:rPr>
              <a:t> and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solidFill>
                  <a:schemeClr val="tx1"/>
                </a:solidFill>
              </a:rPr>
              <a:t> be the other two sides. Then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r>
              <a:rPr lang="en-GB" sz="24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GB" sz="24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+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en-GB" sz="24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GB" sz="2400" dirty="0">
                <a:solidFill>
                  <a:schemeClr val="tx1"/>
                </a:solidFill>
              </a:rPr>
              <a:t>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280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Highlight </a:t>
            </a:r>
            <a:r>
              <a:rPr lang="en-GB" b="1" dirty="0">
                <a:solidFill>
                  <a:schemeClr val="accent6"/>
                </a:solidFill>
              </a:rPr>
              <a:t>important concepts </a:t>
            </a:r>
            <a:r>
              <a:rPr lang="en-GB" dirty="0"/>
              <a:t>using bold blue.</a:t>
            </a:r>
          </a:p>
          <a:p>
            <a:r>
              <a:rPr lang="en-GB" dirty="0"/>
              <a:t>You can use </a:t>
            </a:r>
            <a:r>
              <a:rPr lang="en-GB" i="1" dirty="0"/>
              <a:t>inline footnotes </a:t>
            </a:r>
            <a:r>
              <a:rPr lang="en-GB" dirty="0"/>
              <a:t>like this.</a:t>
            </a:r>
            <a:br>
              <a:rPr lang="en-GB" dirty="0"/>
            </a:b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(a clarification or a detail)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dirty="0"/>
              <a:t>Explain and highlight using these tools: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 to clarify and highlight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6" name="CasellaDiTesto 5 1 1"/>
          <p:cNvSpPr txBox="1"/>
          <p:nvPr/>
        </p:nvSpPr>
        <p:spPr>
          <a:xfrm>
            <a:off x="6187469" y="3957264"/>
            <a:ext cx="2662855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x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∈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ℝ</a:t>
            </a:r>
            <a:r>
              <a:rPr lang="en-US" sz="160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n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state 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u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 ∈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ℝ</a:t>
            </a:r>
            <a:r>
              <a:rPr lang="en-US" sz="160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n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input</a:t>
            </a:r>
            <a:b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A</a:t>
            </a:r>
            <a:r>
              <a:rPr lang="en-US" sz="1600" i="1" baseline="-25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ij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 ∈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ℝ</a:t>
            </a:r>
            <a:r>
              <a:rPr lang="en-US" sz="1600" i="1" baseline="30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CMU Serif" panose="02000603000000000000" pitchFamily="2" charset="0"/>
                <a:cs typeface="Times New Roman" panose="02020603050405020304" pitchFamily="18" charset="0"/>
              </a:rPr>
              <a:t>n×n</a:t>
            </a:r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dynamics matrix</a:t>
            </a:r>
            <a:endParaRPr lang="en-US" sz="16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7" name="Gruppo 6"/>
          <p:cNvGrpSpPr/>
          <p:nvPr/>
        </p:nvGrpSpPr>
        <p:grpSpPr>
          <a:xfrm>
            <a:off x="3263606" y="4827398"/>
            <a:ext cx="1645282" cy="738084"/>
            <a:chOff x="3897738" y="5359842"/>
            <a:chExt cx="3122216" cy="738084"/>
          </a:xfrm>
        </p:grpSpPr>
        <p:cxnSp>
          <p:nvCxnSpPr>
            <p:cNvPr id="8" name="Connettore 2 7"/>
            <p:cNvCxnSpPr>
              <a:cxnSpLocks/>
            </p:cNvCxnSpPr>
            <p:nvPr/>
          </p:nvCxnSpPr>
          <p:spPr>
            <a:xfrm flipV="1">
              <a:off x="5366592" y="5359842"/>
              <a:ext cx="639159" cy="610969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sellaDiTesto 8"/>
            <p:cNvSpPr txBox="1"/>
            <p:nvPr/>
          </p:nvSpPr>
          <p:spPr>
            <a:xfrm>
              <a:off x="3897738" y="5728594"/>
              <a:ext cx="3122216" cy="369332"/>
            </a:xfrm>
            <a:prstGeom prst="rect">
              <a:avLst/>
            </a:prstGeom>
            <a:solidFill>
              <a:srgbClr val="EEF5FC"/>
            </a:solidFill>
            <a:ln w="12700">
              <a:solidFill>
                <a:schemeClr val="accent5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cs typeface="Times New Roman" panose="02020603050405020304" pitchFamily="18" charset="0"/>
                </a:rPr>
                <a:t>highlight box</a:t>
              </a:r>
              <a:endPara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1F90E7B-0AE1-40D5-9228-EE2FA551AE2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459" y="4327896"/>
            <a:ext cx="1667082" cy="223493"/>
          </a:xfrm>
          <a:prstGeom prst="rect">
            <a:avLst/>
          </a:prstGeom>
        </p:spPr>
      </p:pic>
      <p:cxnSp>
        <p:nvCxnSpPr>
          <p:cNvPr id="19" name="Connettore diritto 18"/>
          <p:cNvCxnSpPr/>
          <p:nvPr/>
        </p:nvCxnSpPr>
        <p:spPr>
          <a:xfrm>
            <a:off x="4254296" y="4615755"/>
            <a:ext cx="38897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" name="Fumetto 1 12"/>
          <p:cNvSpPr/>
          <p:nvPr/>
        </p:nvSpPr>
        <p:spPr>
          <a:xfrm>
            <a:off x="1848893" y="3625020"/>
            <a:ext cx="1185021" cy="655188"/>
          </a:xfrm>
          <a:prstGeom prst="wedgeRoundRectCallout">
            <a:avLst>
              <a:gd name="adj1" fmla="val 95125"/>
              <a:gd name="adj2" fmla="val 50163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highlight message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E0E094-E0E5-3220-825C-9F43FEB54488}"/>
              </a:ext>
            </a:extLst>
          </p:cNvPr>
          <p:cNvGrpSpPr/>
          <p:nvPr/>
        </p:nvGrpSpPr>
        <p:grpSpPr>
          <a:xfrm>
            <a:off x="6187470" y="4827398"/>
            <a:ext cx="570751" cy="307777"/>
            <a:chOff x="5854038" y="4595006"/>
            <a:chExt cx="570751" cy="307777"/>
          </a:xfrm>
        </p:grpSpPr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19551627-F5C2-4730-BEF4-2A1E208492E6}"/>
                </a:ext>
              </a:extLst>
            </p:cNvPr>
            <p:cNvSpPr txBox="1"/>
            <p:nvPr/>
          </p:nvSpPr>
          <p:spPr>
            <a:xfrm>
              <a:off x="5854038" y="4595006"/>
              <a:ext cx="570751" cy="3077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CMU Serif" panose="02000603000000000000" pitchFamily="2" charset="0"/>
                  <a:cs typeface="Times New Roman" panose="02020603050405020304" pitchFamily="18" charset="0"/>
                </a:rPr>
                <a:t> </a:t>
              </a:r>
              <a:endParaRPr lang="en-GB" sz="1400" baseline="-25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1" name="Picture 20" descr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ewtxtext}&#10;\usepackage{newtxmath}&#10;\newcommand{\T}{^{\mathsf{T}}}     % transpose symbol shortcut&#10;\newcommand{\B}[1]{\if#1\relax\bm{#1}\else\mathbf{#1}\fi} % bold shortcut&#10;\newcommand{\BB}[1]{\mathbb{#1}}   % blackboard font shortcut&#10;\newcommand{\R}[1]{\mathrm{#1}}    % upright font shortcut       &#10;\newcommand{\C}[1]{\mathcal{#1}}   % calligraphic font shortcut       &#10;\definecolor{mygray}{RGB}{89, 89, 89}&#10;\pagestyle{empty}&#10;\begin{document}&#10;&#10;\color{mygray}&#10;\[&#10;a = b&#10;\]&#10;&#10;\end{document}" title="IguanaTex Bitmap Display">
              <a:extLst>
                <a:ext uri="{FF2B5EF4-FFF2-40B4-BE49-F238E27FC236}">
                  <a16:creationId xmlns:a16="http://schemas.microsoft.com/office/drawing/2014/main" id="{64176030-5C2C-0E7C-376D-D9C259EFCCE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9375" y="4678189"/>
              <a:ext cx="440076" cy="141410"/>
            </a:xfrm>
            <a:prstGeom prst="rect">
              <a:avLst/>
            </a:prstGeom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5DFA8A-76FD-6894-653F-06638543CCD0}"/>
              </a:ext>
            </a:extLst>
          </p:cNvPr>
          <p:cNvSpPr/>
          <p:nvPr/>
        </p:nvSpPr>
        <p:spPr>
          <a:xfrm>
            <a:off x="4930688" y="4193108"/>
            <a:ext cx="554629" cy="524916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704FA65-BEDE-56B3-20C0-C971D0D7728B}"/>
              </a:ext>
            </a:extLst>
          </p:cNvPr>
          <p:cNvGrpSpPr/>
          <p:nvPr/>
        </p:nvGrpSpPr>
        <p:grpSpPr>
          <a:xfrm>
            <a:off x="4643270" y="3350699"/>
            <a:ext cx="1338959" cy="912831"/>
            <a:chOff x="4445714" y="3649935"/>
            <a:chExt cx="1338959" cy="91283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D53576-906E-8693-D71A-CA8F15211D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5714" y="3803823"/>
              <a:ext cx="540437" cy="758943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asellaDiTesto 5 1 2">
              <a:extLst>
                <a:ext uri="{FF2B5EF4-FFF2-40B4-BE49-F238E27FC236}">
                  <a16:creationId xmlns:a16="http://schemas.microsoft.com/office/drawing/2014/main" id="{6C5F80B0-BC2C-F4DD-61DA-C829B3F4DCB0}"/>
                </a:ext>
              </a:extLst>
            </p:cNvPr>
            <p:cNvSpPr txBox="1"/>
            <p:nvPr/>
          </p:nvSpPr>
          <p:spPr>
            <a:xfrm>
              <a:off x="4521218" y="3649935"/>
              <a:ext cx="1263455" cy="33855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explanation</a:t>
              </a:r>
              <a:endParaRPr lang="en-US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5639D5-F1D1-03AE-C7BC-19EDB86C5CEB}"/>
              </a:ext>
            </a:extLst>
          </p:cNvPr>
          <p:cNvGrpSpPr/>
          <p:nvPr/>
        </p:nvGrpSpPr>
        <p:grpSpPr>
          <a:xfrm>
            <a:off x="6186210" y="5565482"/>
            <a:ext cx="1442342" cy="817390"/>
            <a:chOff x="2141513" y="5078554"/>
            <a:chExt cx="1442342" cy="817390"/>
          </a:xfrm>
        </p:grpSpPr>
        <p:cxnSp>
          <p:nvCxnSpPr>
            <p:cNvPr id="23" name="Connettore 2 10">
              <a:extLst>
                <a:ext uri="{FF2B5EF4-FFF2-40B4-BE49-F238E27FC236}">
                  <a16:creationId xmlns:a16="http://schemas.microsoft.com/office/drawing/2014/main" id="{5EF3F623-93E0-DE3E-725A-38069DFCA4C4}"/>
                </a:ext>
              </a:extLst>
            </p:cNvPr>
            <p:cNvCxnSpPr>
              <a:cxnSpLocks/>
            </p:cNvCxnSpPr>
            <p:nvPr/>
          </p:nvCxnSpPr>
          <p:spPr>
            <a:xfrm>
              <a:off x="2442430" y="5895944"/>
              <a:ext cx="840509" cy="0"/>
            </a:xfrm>
            <a:prstGeom prst="straightConnector1">
              <a:avLst/>
            </a:prstGeom>
            <a:ln w="762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C3CAD43-3D3C-EA01-F58A-F176CF2D2895}"/>
                </a:ext>
              </a:extLst>
            </p:cNvPr>
            <p:cNvSpPr txBox="1"/>
            <p:nvPr/>
          </p:nvSpPr>
          <p:spPr>
            <a:xfrm>
              <a:off x="2141513" y="5078554"/>
              <a:ext cx="14423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 describe processes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13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858AA3-1A41-C3C2-EB03-3F99D281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Text elements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EAD2A-6DCB-2F75-0213-1B5888B8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F9595-F9E8-E399-8F9F-F511E87DC924}"/>
              </a:ext>
            </a:extLst>
          </p:cNvPr>
          <p:cNvSpPr txBox="1"/>
          <p:nvPr/>
        </p:nvSpPr>
        <p:spPr>
          <a:xfrm>
            <a:off x="3527778" y="5820530"/>
            <a:ext cx="2088444" cy="40011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A key message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2BA1BBB-3027-B423-8352-1F6F763389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2948059"/>
              </p:ext>
            </p:extLst>
          </p:nvPr>
        </p:nvGraphicFramePr>
        <p:xfrm>
          <a:off x="1743281" y="4235635"/>
          <a:ext cx="5657438" cy="1231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0B6067C-BACE-4D3B-31E7-67A7111434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8309055"/>
              </p:ext>
            </p:extLst>
          </p:nvPr>
        </p:nvGraphicFramePr>
        <p:xfrm>
          <a:off x="1846008" y="2877564"/>
          <a:ext cx="5451984" cy="841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6E739D13-BA2E-06F4-FC31-751EE77976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4962603"/>
              </p:ext>
            </p:extLst>
          </p:nvPr>
        </p:nvGraphicFramePr>
        <p:xfrm>
          <a:off x="1846008" y="1340590"/>
          <a:ext cx="5451984" cy="841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80133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582FBECE-29E5-4217-A3B8-EB7C235F0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graphicEl>
                                              <a:dgm id="{582FBECE-29E5-4217-A3B8-EB7C235F05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DBF09966-9DF0-4B99-9863-24516F5A9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graphicEl>
                                              <a:dgm id="{DBF09966-9DF0-4B99-9863-24516F5A98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652F92AC-0AE7-4B3C-A86E-54C171FF50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graphicEl>
                                              <a:dgm id="{652F92AC-0AE7-4B3C-A86E-54C171FF50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6B30B88F-7CFD-4449-8DCE-0A7B9DF454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graphicEl>
                                              <a:dgm id="{6B30B88F-7CFD-4449-8DCE-0A7B9DF454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82FBECE-29E5-4217-A3B8-EB7C235F05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582FBECE-29E5-4217-A3B8-EB7C235F05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BF09966-9DF0-4B99-9863-24516F5A98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graphicEl>
                                              <a:dgm id="{DBF09966-9DF0-4B99-9863-24516F5A98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52F92AC-0AE7-4B3C-A86E-54C171FF50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graphicEl>
                                              <a:dgm id="{652F92AC-0AE7-4B3C-A86E-54C171FF50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B30B88F-7CFD-4449-8DCE-0A7B9DF454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graphicEl>
                                              <a:dgm id="{6B30B88F-7CFD-4449-8DCE-0A7B9DF454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B90F2B9-5760-4C30-8A77-8EF1B0E51A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graphicEl>
                                              <a:dgm id="{4B90F2B9-5760-4C30-8A77-8EF1B0E51A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F12B469-7914-4ABA-840A-913282CE5F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graphicEl>
                                              <a:dgm id="{5F12B469-7914-4ABA-840A-913282CE5F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D139C1E-E7AF-43C4-B230-41F302D1A1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graphicEl>
                                              <a:dgm id="{2D139C1E-E7AF-43C4-B230-41F302D1A1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772ED64-091A-4142-88FE-4E941AFAA2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graphicEl>
                                              <a:dgm id="{3772ED64-091A-4142-88FE-4E941AFAA2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34CD1DE-2D6C-4F11-9B45-7CB794A854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graphicEl>
                                              <a:dgm id="{834CD1DE-2D6C-4F11-9B45-7CB794A854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97348AC-5B53-4C00-A2EA-2D93A06C73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>
                                            <p:graphicEl>
                                              <a:dgm id="{497348AC-5B53-4C00-A2EA-2D93A06C73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FC00012-3B31-4E71-BB1C-854C72E53C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graphicEl>
                                              <a:dgm id="{FFC00012-3B31-4E71-BB1C-854C72E53C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9" grpId="0" uiExpand="1">
        <p:bldSub>
          <a:bldDgm bld="lvlAtOnce"/>
        </p:bldSub>
      </p:bldGraphic>
      <p:bldGraphic spid="10" grpId="0">
        <p:bldSub>
          <a:bldDgm bld="one"/>
        </p:bldSub>
      </p:bldGraphic>
      <p:bldGraphic spid="11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and boxed footnote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8</a:t>
            </a:fld>
            <a:endParaRPr lang="it-IT" dirty="0"/>
          </a:p>
        </p:txBody>
      </p:sp>
      <p:graphicFrame>
        <p:nvGraphicFramePr>
          <p:cNvPr id="5" name="Tabel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783502"/>
              </p:ext>
            </p:extLst>
          </p:nvPr>
        </p:nvGraphicFramePr>
        <p:xfrm>
          <a:off x="1524000" y="2501900"/>
          <a:ext cx="6096000" cy="185420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7249050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8340534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8649741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6110667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GB" sz="1600" b="0" i="1" dirty="0">
                          <a:solidFill>
                            <a:schemeClr val="tx1"/>
                          </a:solidFill>
                        </a:rPr>
                        <a:t>Table title (optional)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421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Entry 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Entry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Entry</a:t>
                      </a:r>
                      <a:r>
                        <a:rPr lang="en-GB" sz="1600" b="1" baseline="0" dirty="0">
                          <a:solidFill>
                            <a:schemeClr val="tx1"/>
                          </a:solidFill>
                        </a:rPr>
                        <a:t> 3</a:t>
                      </a:r>
                      <a:endParaRPr lang="en-GB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Entry</a:t>
                      </a:r>
                      <a:r>
                        <a:rPr lang="en-GB" sz="1600" b="1" baseline="0" dirty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en-GB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97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456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99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456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16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Lorem ipsum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456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740135"/>
                  </a:ext>
                </a:extLst>
              </a:tr>
            </a:tbl>
          </a:graphicData>
        </a:graphic>
      </p:graphicFrame>
      <p:sp>
        <p:nvSpPr>
          <p:cNvPr id="2" name="CasellaDiTesto 5 1 1">
            <a:extLst>
              <a:ext uri="{FF2B5EF4-FFF2-40B4-BE49-F238E27FC236}">
                <a16:creationId xmlns:a16="http://schemas.microsoft.com/office/drawing/2014/main" id="{B93F7627-3705-2EE5-C85F-A9627A99777C}"/>
              </a:ext>
            </a:extLst>
          </p:cNvPr>
          <p:cNvSpPr txBox="1"/>
          <p:nvPr/>
        </p:nvSpPr>
        <p:spPr>
          <a:xfrm>
            <a:off x="162345" y="6153373"/>
            <a:ext cx="5162393" cy="46166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  <a:prstDash val="dash"/>
          </a:ln>
          <a:effectLst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Boxed footnote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 facts you want to report but are not necessary for the audience to read. Try to avoid this though, you can use Appendix instead. </a:t>
            </a:r>
            <a:endParaRPr lang="en-US" sz="1200" baseline="-25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90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884A0B-A009-72E3-4504-C10341BE7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dirty="0"/>
              <a:t>Typeface: Arial.</a:t>
            </a:r>
            <a:br>
              <a:rPr lang="en-GB" dirty="0"/>
            </a:br>
            <a:endParaRPr lang="en-GB" dirty="0"/>
          </a:p>
          <a:p>
            <a:r>
              <a:rPr lang="en-GB" dirty="0"/>
              <a:t>Font sizes:</a:t>
            </a:r>
            <a:endParaRPr lang="en-US" dirty="0"/>
          </a:p>
          <a:p>
            <a:pPr lvl="1"/>
            <a:r>
              <a:rPr lang="en-US" dirty="0"/>
              <a:t>Title: 34.</a:t>
            </a:r>
          </a:p>
          <a:p>
            <a:pPr lvl="1"/>
            <a:r>
              <a:rPr lang="en-US" dirty="0"/>
              <a:t>Body: 24.</a:t>
            </a:r>
          </a:p>
          <a:p>
            <a:pPr lvl="1"/>
            <a:r>
              <a:rPr lang="en-US" dirty="0"/>
              <a:t>Key message box, tree, group of factors, page number, reference in final page: 20.</a:t>
            </a:r>
          </a:p>
          <a:p>
            <a:pPr lvl="1"/>
            <a:r>
              <a:rPr lang="en-US" dirty="0"/>
              <a:t>Highlight blue box, yellow highlight box, text over arrow: 18.</a:t>
            </a:r>
          </a:p>
          <a:p>
            <a:pPr lvl="1"/>
            <a:r>
              <a:rPr lang="en-US" dirty="0"/>
              <a:t>Legend, explanation box, caption, inline footnote, table: 16.</a:t>
            </a:r>
          </a:p>
          <a:p>
            <a:pPr lvl="1"/>
            <a:r>
              <a:rPr lang="en-US" dirty="0"/>
              <a:t>Reference in-slide, boxed footnote: 12.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4147B2-060E-43FE-9AD9-2AB40596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940C5-A0F1-5566-878E-CCB38C8BF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06963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endParaRPr lang="en-GB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GB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GB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GB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GB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GB" dirty="0">
                <a:solidFill>
                  <a:schemeClr val="tx1"/>
                </a:solidFill>
              </a:rPr>
              <a:t>A slide without a title.</a:t>
            </a:r>
          </a:p>
        </p:txBody>
      </p:sp>
    </p:spTree>
    <p:extLst>
      <p:ext uri="{BB962C8B-B14F-4D97-AF65-F5344CB8AC3E}">
        <p14:creationId xmlns:p14="http://schemas.microsoft.com/office/powerpoint/2010/main" val="3674265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55A910-81FC-0DCD-7453-AAC9371D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slide with…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2E378F-13D2-8F7D-82B0-647366891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1E1-0731-D461-D8E3-3DC11DA4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11</a:t>
            </a:fld>
            <a:endParaRPr lang="it-I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C94755-76B6-FEE2-6AF2-A0901992572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… Two columns</a:t>
            </a:r>
          </a:p>
        </p:txBody>
      </p:sp>
    </p:spTree>
    <p:extLst>
      <p:ext uri="{BB962C8B-B14F-4D97-AF65-F5344CB8AC3E}">
        <p14:creationId xmlns:p14="http://schemas.microsoft.com/office/powerpoint/2010/main" val="234635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dirty="0"/>
              <a:t>When presenting from another computer:</a:t>
            </a:r>
          </a:p>
          <a:p>
            <a:pPr lvl="1"/>
            <a:r>
              <a:rPr lang="en-GB" dirty="0"/>
              <a:t>if possible, before the presentation, check that fonts, animations and videos display correctly;</a:t>
            </a:r>
          </a:p>
          <a:p>
            <a:pPr lvl="1"/>
            <a:r>
              <a:rPr lang="en-GB" dirty="0"/>
              <a:t>export a PDF as a backup.</a:t>
            </a:r>
            <a:br>
              <a:rPr lang="en-GB" dirty="0"/>
            </a:br>
            <a:endParaRPr lang="en-GB" dirty="0"/>
          </a:p>
          <a:p>
            <a:r>
              <a:rPr lang="en-GB" dirty="0"/>
              <a:t>If you want to export a PDF retaining animations, use the </a:t>
            </a:r>
            <a:r>
              <a:rPr lang="en-GB" dirty="0" err="1"/>
              <a:t>PPspliT</a:t>
            </a:r>
            <a:r>
              <a:rPr lang="en-GB" dirty="0"/>
              <a:t> plugin.</a:t>
            </a: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Compatibility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0C3B9-95C7-4B9D-9BF8-7100344743C3}" type="slidenum">
              <a:rPr lang="it-IT" smtClean="0"/>
              <a:pPr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8955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33B3-9CA1-4352-2283-029D69B0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F7C09-2A55-116B-9F51-4209D0C96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GB" cap="small" dirty="0"/>
              <a:t>Summary: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 dirty="0"/>
              <a:t>Point 1.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 dirty="0"/>
              <a:t>Point 2.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 dirty="0"/>
              <a:t>Point 3.</a:t>
            </a:r>
            <a:br>
              <a:rPr lang="en-GB" dirty="0"/>
            </a:br>
            <a:endParaRPr lang="en-GB" dirty="0"/>
          </a:p>
          <a:p>
            <a:r>
              <a:rPr lang="en-GB" dirty="0"/>
              <a:t>Considerations / comments.</a:t>
            </a:r>
            <a:br>
              <a:rPr lang="en-GB" dirty="0"/>
            </a:br>
            <a:endParaRPr lang="en-GB" dirty="0"/>
          </a:p>
          <a:p>
            <a:r>
              <a:rPr lang="en-GB" cap="small" dirty="0"/>
              <a:t>Future work: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 dirty="0"/>
              <a:t>Point 1.</a:t>
            </a:r>
          </a:p>
          <a:p>
            <a:pPr marL="817200" lvl="1" indent="-457200">
              <a:buFont typeface="+mj-lt"/>
              <a:buAutoNum type="arabicPeriod"/>
            </a:pPr>
            <a:r>
              <a:rPr lang="en-GB" dirty="0"/>
              <a:t>Point 2.</a:t>
            </a:r>
          </a:p>
        </p:txBody>
      </p:sp>
    </p:spTree>
    <p:extLst>
      <p:ext uri="{BB962C8B-B14F-4D97-AF65-F5344CB8AC3E}">
        <p14:creationId xmlns:p14="http://schemas.microsoft.com/office/powerpoint/2010/main" val="2574633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lvl="0"/>
            <a:r>
              <a:rPr lang="en-GB" dirty="0"/>
              <a:t>(for journals) N. Surname, N. Surname, N. Surname,</a:t>
            </a:r>
            <a:br>
              <a:rPr lang="en-GB" dirty="0"/>
            </a:br>
            <a:r>
              <a:rPr lang="en-GB" dirty="0"/>
              <a:t>“Title”,</a:t>
            </a:r>
            <a:br>
              <a:rPr lang="en-GB" dirty="0"/>
            </a:br>
            <a:r>
              <a:rPr lang="en-GB" dirty="0"/>
              <a:t>Journal name, vol.(no.):pages [e.g., 117:6(34-42)], year.</a:t>
            </a:r>
          </a:p>
          <a:p>
            <a:pPr lvl="0">
              <a:defRPr/>
            </a:pPr>
            <a:r>
              <a:rPr lang="en-GB" dirty="0"/>
              <a:t>(for conferences) N. Surname, N. Surname, N. Surname,</a:t>
            </a:r>
            <a:br>
              <a:rPr lang="en-GB" dirty="0"/>
            </a:br>
            <a:r>
              <a:rPr lang="en-GB" dirty="0"/>
              <a:t>“Title”,</a:t>
            </a:r>
            <a:br>
              <a:rPr lang="en-GB" dirty="0"/>
            </a:br>
            <a:r>
              <a:rPr lang="en-GB" dirty="0"/>
              <a:t>Conference name</a:t>
            </a:r>
            <a:r>
              <a:rPr lang="en-GB" i="1" dirty="0"/>
              <a:t>, </a:t>
            </a:r>
            <a:r>
              <a:rPr lang="en-GB" dirty="0"/>
              <a:t>pp. 123-456, year.</a:t>
            </a:r>
          </a:p>
          <a:p>
            <a:pPr lvl="0">
              <a:defRPr/>
            </a:pPr>
            <a:r>
              <a:rPr lang="en-GB" dirty="0"/>
              <a:t>(for books) N. Surname, N. Surname, N. Surname,</a:t>
            </a:r>
            <a:br>
              <a:rPr lang="en-GB" dirty="0"/>
            </a:br>
            <a:r>
              <a:rPr lang="en-GB" dirty="0"/>
              <a:t>“Title”,</a:t>
            </a:r>
            <a:br>
              <a:rPr lang="en-GB" dirty="0"/>
            </a:br>
            <a:r>
              <a:rPr lang="en-GB" i="1" dirty="0"/>
              <a:t>Editor, </a:t>
            </a:r>
            <a:r>
              <a:rPr lang="en-GB" dirty="0"/>
              <a:t>year.</a:t>
            </a: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62781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656272" y="4126671"/>
            <a:ext cx="5831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marcocoraggio@live.com</a:t>
            </a:r>
            <a:endParaRPr lang="it-IT" sz="2000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6"/>
          </p:nvPr>
        </p:nvSpPr>
        <p:spPr>
          <a:xfrm>
            <a:off x="2259872" y="3213000"/>
            <a:ext cx="4624256" cy="434880"/>
          </a:xfrm>
        </p:spPr>
        <p:txBody>
          <a:bodyPr/>
          <a:lstStyle/>
          <a:p>
            <a:r>
              <a:rPr lang="en-GB" dirty="0"/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2830506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/>
          <p:cNvSpPr>
            <a:spLocks noGrp="1"/>
          </p:cNvSpPr>
          <p:nvPr>
            <p:ph type="body" sz="quarter" idx="16"/>
          </p:nvPr>
        </p:nvSpPr>
        <p:spPr>
          <a:xfrm>
            <a:off x="2259872" y="2108532"/>
            <a:ext cx="4624256" cy="434880"/>
          </a:xfrm>
        </p:spPr>
        <p:txBody>
          <a:bodyPr/>
          <a:lstStyle/>
          <a:p>
            <a:r>
              <a:rPr lang="en-GB" dirty="0"/>
              <a:t>Thank you for your attention.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66C02B-7A6D-6DE1-EF66-1C7156C9D7C5}"/>
              </a:ext>
            </a:extLst>
          </p:cNvPr>
          <p:cNvGrpSpPr/>
          <p:nvPr/>
        </p:nvGrpSpPr>
        <p:grpSpPr>
          <a:xfrm>
            <a:off x="1656272" y="3212271"/>
            <a:ext cx="5831456" cy="2722618"/>
            <a:chOff x="1656272" y="3212271"/>
            <a:chExt cx="5831456" cy="2722618"/>
          </a:xfrm>
        </p:grpSpPr>
        <p:sp>
          <p:nvSpPr>
            <p:cNvPr id="2" name="CasellaDiTesto 1"/>
            <p:cNvSpPr txBox="1"/>
            <p:nvPr/>
          </p:nvSpPr>
          <p:spPr>
            <a:xfrm>
              <a:off x="1656272" y="3212271"/>
              <a:ext cx="583145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u="sng" spc="4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marcocoraggio@live.com</a:t>
              </a:r>
              <a:br>
                <a:rPr lang="it-IT" sz="2000" u="sng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</a:br>
              <a:br>
                <a:rPr lang="it-IT" sz="2000" u="sng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</a:br>
              <a:r>
                <a:rPr lang="en-GB" sz="2000" u="sng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www.marco-coraggio.com</a:t>
              </a:r>
              <a:endParaRPr lang="it-IT" sz="2000" u="sng" dirty="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  <a:p>
              <a:pPr algn="ctr"/>
              <a:endParaRPr lang="en-GB" sz="2000" u="sng" dirty="0" err="1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pic>
          <p:nvPicPr>
            <p:cNvPr id="4" name="Picture 3" descr="Qr code&#10;&#10;Description automatically generated">
              <a:extLst>
                <a:ext uri="{FF2B5EF4-FFF2-40B4-BE49-F238E27FC236}">
                  <a16:creationId xmlns:a16="http://schemas.microsoft.com/office/drawing/2014/main" id="{66EF51B3-8247-83C8-478A-CF24D7313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4581" y="4420051"/>
              <a:ext cx="1514838" cy="1514838"/>
            </a:xfrm>
            <a:prstGeom prst="rect">
              <a:avLst/>
            </a:prstGeom>
          </p:spPr>
        </p:pic>
        <p:pic>
          <p:nvPicPr>
            <p:cNvPr id="5" name="Picture 4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30F941C1-5BEF-93CB-FB18-A62179113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8299" y="3288781"/>
              <a:ext cx="288000" cy="308443"/>
            </a:xfrm>
            <a:prstGeom prst="rect">
              <a:avLst/>
            </a:prstGeom>
          </p:spPr>
        </p:pic>
        <p:pic>
          <p:nvPicPr>
            <p:cNvPr id="6" name="Picture 5" descr="Logo&#10;&#10;Description automatically generated">
              <a:extLst>
                <a:ext uri="{FF2B5EF4-FFF2-40B4-BE49-F238E27FC236}">
                  <a16:creationId xmlns:a16="http://schemas.microsoft.com/office/drawing/2014/main" id="{53F04BA5-EDC4-8621-B5A6-9474914EE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8299" y="3902237"/>
              <a:ext cx="288000" cy="288693"/>
            </a:xfrm>
            <a:prstGeom prst="roundRect">
              <a:avLst/>
            </a:prstGeom>
          </p:spPr>
        </p:pic>
      </p:grp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9840204-55AE-12F3-81B3-FD727C6175B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5" t="7572" r="6706" b="9903"/>
          <a:stretch/>
        </p:blipFill>
        <p:spPr>
          <a:xfrm>
            <a:off x="2188435" y="3898040"/>
            <a:ext cx="306103" cy="29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792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238125" y="687976"/>
            <a:ext cx="8667750" cy="5878937"/>
          </a:xfrm>
        </p:spPr>
        <p:txBody>
          <a:bodyPr/>
          <a:lstStyle/>
          <a:p>
            <a:pPr marL="0" indent="0" algn="ctr">
              <a:buNone/>
            </a:pPr>
            <a:r>
              <a:rPr lang="en-GB" i="1" noProof="0" dirty="0">
                <a:solidFill>
                  <a:schemeClr val="accent5"/>
                </a:solidFill>
              </a:rPr>
              <a:t>Thank you for your attention.</a:t>
            </a:r>
          </a:p>
          <a:p>
            <a:pPr marL="0" indent="0" algn="ctr">
              <a:buNone/>
            </a:pPr>
            <a:r>
              <a:rPr lang="en-GB" sz="2000" i="1" noProof="0" dirty="0">
                <a:solidFill>
                  <a:schemeClr val="accent5"/>
                </a:solidFill>
              </a:rPr>
              <a:t> </a:t>
            </a:r>
            <a:br>
              <a:rPr lang="en-GB" sz="2800" i="1" noProof="0" dirty="0">
                <a:solidFill>
                  <a:schemeClr val="accent5"/>
                </a:solidFill>
              </a:rPr>
            </a:br>
            <a:r>
              <a:rPr lang="en-GB" sz="2000" u="sng" spc="4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marcocoraggio@live.com</a:t>
            </a:r>
            <a:br>
              <a:rPr lang="it-IT" sz="2000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GB" sz="2000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www.marco-coraggio.com</a:t>
            </a:r>
            <a:endParaRPr lang="it-IT" sz="2000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AutoShape 2" descr="Risultati immagini per john hogan bristol"/>
          <p:cNvSpPr>
            <a:spLocks noChangeAspect="1" noChangeArrowheads="1"/>
          </p:cNvSpPr>
          <p:nvPr/>
        </p:nvSpPr>
        <p:spPr bwMode="auto">
          <a:xfrm>
            <a:off x="63500" y="-136525"/>
            <a:ext cx="2028825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79ACC1-595F-B108-7848-469F81084F14}"/>
              </a:ext>
            </a:extLst>
          </p:cNvPr>
          <p:cNvGrpSpPr/>
          <p:nvPr/>
        </p:nvGrpSpPr>
        <p:grpSpPr>
          <a:xfrm>
            <a:off x="6143260" y="4377435"/>
            <a:ext cx="2018480" cy="2300641"/>
            <a:chOff x="6143260" y="4377435"/>
            <a:chExt cx="2018480" cy="2300641"/>
          </a:xfrm>
        </p:grpSpPr>
        <p:sp>
          <p:nvSpPr>
            <p:cNvPr id="13" name="CasellaDiTesto 12"/>
            <p:cNvSpPr txBox="1"/>
            <p:nvPr/>
          </p:nvSpPr>
          <p:spPr>
            <a:xfrm>
              <a:off x="6143260" y="6277966"/>
              <a:ext cx="2018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5"/>
                  </a:solidFill>
                </a:rPr>
                <a:t>Coauthor 3</a:t>
              </a:r>
            </a:p>
          </p:txBody>
        </p:sp>
        <p:pic>
          <p:nvPicPr>
            <p:cNvPr id="3" name="Immagine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8" r="23218"/>
            <a:stretch/>
          </p:blipFill>
          <p:spPr>
            <a:xfrm>
              <a:off x="6325375" y="4377435"/>
              <a:ext cx="1654250" cy="190052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27C9AD-C878-2BDB-0AEF-8CA6703C2AE2}"/>
              </a:ext>
            </a:extLst>
          </p:cNvPr>
          <p:cNvGrpSpPr/>
          <p:nvPr/>
        </p:nvGrpSpPr>
        <p:grpSpPr>
          <a:xfrm>
            <a:off x="3562760" y="4377437"/>
            <a:ext cx="2018480" cy="2300639"/>
            <a:chOff x="3562760" y="4377437"/>
            <a:chExt cx="2018480" cy="2300639"/>
          </a:xfrm>
        </p:grpSpPr>
        <p:sp>
          <p:nvSpPr>
            <p:cNvPr id="18" name="CasellaDiTesto 17"/>
            <p:cNvSpPr txBox="1"/>
            <p:nvPr/>
          </p:nvSpPr>
          <p:spPr>
            <a:xfrm>
              <a:off x="3562760" y="6277966"/>
              <a:ext cx="2018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5"/>
                  </a:solidFill>
                </a:rPr>
                <a:t>Coauthor 2</a:t>
              </a:r>
            </a:p>
          </p:txBody>
        </p:sp>
        <p:pic>
          <p:nvPicPr>
            <p:cNvPr id="17" name="Immagine 1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8" r="23218"/>
            <a:stretch/>
          </p:blipFill>
          <p:spPr>
            <a:xfrm>
              <a:off x="3744875" y="4377437"/>
              <a:ext cx="1654250" cy="190052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FFFE6E5-5F41-BCFC-EF8E-9D8A75FA82B9}"/>
              </a:ext>
            </a:extLst>
          </p:cNvPr>
          <p:cNvGrpSpPr/>
          <p:nvPr/>
        </p:nvGrpSpPr>
        <p:grpSpPr>
          <a:xfrm>
            <a:off x="982260" y="4377436"/>
            <a:ext cx="2018480" cy="2300640"/>
            <a:chOff x="982260" y="4377436"/>
            <a:chExt cx="2018480" cy="2300640"/>
          </a:xfrm>
        </p:grpSpPr>
        <p:sp>
          <p:nvSpPr>
            <p:cNvPr id="14" name="CasellaDiTesto 13"/>
            <p:cNvSpPr txBox="1"/>
            <p:nvPr/>
          </p:nvSpPr>
          <p:spPr>
            <a:xfrm>
              <a:off x="982260" y="6277966"/>
              <a:ext cx="20184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5"/>
                  </a:solidFill>
                </a:rPr>
                <a:t>Coauthor 1</a:t>
              </a:r>
            </a:p>
          </p:txBody>
        </p:sp>
        <p:pic>
          <p:nvPicPr>
            <p:cNvPr id="20" name="Immagine 1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18" r="23218"/>
            <a:stretch/>
          </p:blipFill>
          <p:spPr>
            <a:xfrm>
              <a:off x="1164375" y="4377436"/>
              <a:ext cx="1654250" cy="1900529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</p:grpSp>
      <p:pic>
        <p:nvPicPr>
          <p:cNvPr id="5" name="Picture 4" descr="Shape&#10;&#10;Description automatically generated with low confidence">
            <a:extLst>
              <a:ext uri="{FF2B5EF4-FFF2-40B4-BE49-F238E27FC236}">
                <a16:creationId xmlns:a16="http://schemas.microsoft.com/office/drawing/2014/main" id="{65F0B97B-81F5-0D70-25F7-E72075FC4A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299" y="1690421"/>
            <a:ext cx="288000" cy="308443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DA06BDC-0822-B25F-2403-45B7C48B1F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299" y="2051567"/>
            <a:ext cx="288000" cy="288693"/>
          </a:xfrm>
          <a:prstGeom prst="roundRect">
            <a:avLst/>
          </a:prstGeom>
        </p:spPr>
      </p:pic>
      <p:pic>
        <p:nvPicPr>
          <p:cNvPr id="7" name="Picture 6" descr="Qr code&#10;&#10;Description automatically generated">
            <a:extLst>
              <a:ext uri="{FF2B5EF4-FFF2-40B4-BE49-F238E27FC236}">
                <a16:creationId xmlns:a16="http://schemas.microsoft.com/office/drawing/2014/main" id="{3F56284E-278F-278E-6117-402CF4FC03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581" y="2541334"/>
            <a:ext cx="1514838" cy="1514838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D834ADA-A6DD-A353-FDFE-1579858D7ED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5" t="7572" r="6706" b="9903"/>
          <a:stretch/>
        </p:blipFill>
        <p:spPr>
          <a:xfrm>
            <a:off x="2200342" y="2047370"/>
            <a:ext cx="306103" cy="29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9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66"/>
    </mc:Choice>
    <mc:Fallback xmlns="">
      <p:transition spd="slow" advTm="1166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0"/>
          </p:nvPr>
        </p:nvSpPr>
        <p:spPr>
          <a:xfrm>
            <a:off x="1037397" y="2751448"/>
            <a:ext cx="1645418" cy="1345845"/>
          </a:xfrm>
        </p:spPr>
        <p:txBody>
          <a:bodyPr/>
          <a:lstStyle/>
          <a:p>
            <a:r>
              <a:rPr lang="it-IT" dirty="0"/>
              <a:t>1</a:t>
            </a:r>
            <a:endParaRPr lang="en-GB" dirty="0"/>
          </a:p>
        </p:txBody>
      </p:sp>
      <p:sp>
        <p:nvSpPr>
          <p:cNvPr id="3" name="Titolo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Section name</a:t>
            </a:r>
          </a:p>
        </p:txBody>
      </p:sp>
      <p:sp>
        <p:nvSpPr>
          <p:cNvPr id="4" name="Sottotitolo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Use these sparingly, </a:t>
            </a:r>
            <a:br>
              <a:rPr lang="en-GB" dirty="0"/>
            </a:br>
            <a:r>
              <a:rPr lang="en-GB" dirty="0"/>
              <a:t>only in long presentations (30+ mins).</a:t>
            </a:r>
          </a:p>
        </p:txBody>
      </p:sp>
    </p:spTree>
    <p:extLst>
      <p:ext uri="{BB962C8B-B14F-4D97-AF65-F5344CB8AC3E}">
        <p14:creationId xmlns:p14="http://schemas.microsoft.com/office/powerpoint/2010/main" val="2783164832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CB51-7675-CEF4-CD8D-36C1164DCF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Section name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183F1E-6BB7-7DA7-F2B0-AA59A01F3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Use these sparingly, </a:t>
            </a:r>
            <a:br>
              <a:rPr lang="en-GB" dirty="0"/>
            </a:br>
            <a:r>
              <a:rPr lang="en-GB" dirty="0"/>
              <a:t>only in long presentations (30+ mins).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739120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/>
              <a:t>1.1</a:t>
            </a:r>
            <a:endParaRPr lang="en-GB" dirty="0"/>
          </a:p>
        </p:txBody>
      </p:sp>
      <p:sp>
        <p:nvSpPr>
          <p:cNvPr id="3" name="Titolo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Subsection name</a:t>
            </a:r>
          </a:p>
        </p:txBody>
      </p:sp>
      <p:sp>
        <p:nvSpPr>
          <p:cNvPr id="4" name="Sottotitolo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Use these sparingly, </a:t>
            </a:r>
            <a:br>
              <a:rPr lang="en-GB" dirty="0"/>
            </a:br>
            <a:r>
              <a:rPr lang="en-GB" dirty="0"/>
              <a:t>only in long presentations (30+ mins).</a:t>
            </a:r>
          </a:p>
        </p:txBody>
      </p:sp>
    </p:spTree>
    <p:extLst>
      <p:ext uri="{BB962C8B-B14F-4D97-AF65-F5344CB8AC3E}">
        <p14:creationId xmlns:p14="http://schemas.microsoft.com/office/powerpoint/2010/main" val="3409769365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26B0-F059-A89D-30C2-1A9A66C53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Subsection name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5E96F2-4719-671D-2AD1-EB0B7903A6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Use these sparingly, </a:t>
            </a:r>
            <a:br>
              <a:rPr lang="en-GB" dirty="0"/>
            </a:br>
            <a:r>
              <a:rPr lang="en-GB" dirty="0"/>
              <a:t>only in long presentations (30+ mins).</a:t>
            </a:r>
          </a:p>
        </p:txBody>
      </p:sp>
    </p:spTree>
    <p:extLst>
      <p:ext uri="{BB962C8B-B14F-4D97-AF65-F5344CB8AC3E}">
        <p14:creationId xmlns:p14="http://schemas.microsoft.com/office/powerpoint/2010/main" val="130545973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5">
            <a:extLst>
              <a:ext uri="{FF2B5EF4-FFF2-40B4-BE49-F238E27FC236}">
                <a16:creationId xmlns:a16="http://schemas.microsoft.com/office/drawing/2014/main" id="{CE4AAAD5-C623-409B-8708-5B931633AFA7}"/>
              </a:ext>
            </a:extLst>
          </p:cNvPr>
          <p:cNvSpPr txBox="1"/>
          <p:nvPr/>
        </p:nvSpPr>
        <p:spPr>
          <a:xfrm>
            <a:off x="2046083" y="3228945"/>
            <a:ext cx="5051834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© 2020 Marco Coraggio, </a:t>
            </a:r>
            <a:r>
              <a:rPr lang="en-GB" sz="1000" dirty="0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CC BY-NC-SA </a:t>
            </a:r>
            <a:endParaRPr lang="en-GB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GB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(Creative Commons Attribution-</a:t>
            </a:r>
            <a:r>
              <a:rPr lang="en-GB" sz="1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NonCommercial</a:t>
            </a:r>
            <a:r>
              <a:rPr lang="en-GB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en-GB" sz="1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ShareAlike</a:t>
            </a:r>
            <a:r>
              <a:rPr lang="en-GB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4.0 International License)  </a:t>
            </a:r>
          </a:p>
        </p:txBody>
      </p:sp>
    </p:spTree>
    <p:extLst>
      <p:ext uri="{BB962C8B-B14F-4D97-AF65-F5344CB8AC3E}">
        <p14:creationId xmlns:p14="http://schemas.microsoft.com/office/powerpoint/2010/main" val="1336148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,2362"/>
  <p:tag name="ORIGINALWIDTH" val="1524,559"/>
  <p:tag name="OUTPUTTYPE" val="PNG"/>
  <p:tag name="IGUANATEXVERSION" val="160"/>
  <p:tag name="LATEXADDIN" val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ewtxtext}&#10;\usepackage{newtxmath}&#10;\newcommand{\T}{^{\mathsf{T}}}&#10;\newcommand{\R}[1]{\mathrm{#1}}&#10;\newcommand{\ON}[1]{\operatorname{#1}}&#10;\newcommand{\B}[1]{\if#1\relax\bm{#1}\else\mathbf{#1}\fi} % bold text&#10;\renewcommand{\vec}[1]{\if#1\relax\bm{#1}\else\mathbf{#1}\fi} % vectors&#10;\newcommand{\mat}[1]{\if#1\relax\bm{#1}\else\mathbf{#1}\fi}   % matrices&#10;\newcommand{\BB}[1]{\mathbb{#1}}&#10;\newcommand{\C}[1]{\mathcal{#1}}&#10;\newcommand{\abs}[1]{\left\lvert #1 \right\rvert}&#10;\newcommand{\norm}[1]{\left\lVert #1 \right\rVert}&#10;\newcommand{\overbar}[1]{\mkern 1.5mu\overline{\mkern-1.5mu#1\mkern-1.5mu}\mkern 1.5mu}&#10;\pagestyle{empty}&#10;\begin{document}&#10;&#10;\[&#10;\dot{\B{x}} = \B{A} \B{x} + \B{B} u, \quad \B{x} \in \mathbb{R}^n, u \in \mathbb{R}.&#10;\]&#10;&#10;\end{document}"/>
  <p:tag name="IGUANATEXSIZE" val="24"/>
  <p:tag name="IGUANATEXCURSOR" val="0"/>
  <p:tag name="TRANSPARENCY" val="True"/>
  <p:tag name="LATEXENGINEID" val="0"/>
  <p:tag name="TEMPFOLDER" val="C:\Users\marco\OneDrive\Documenti\IguanaTeX\"/>
  <p:tag name="LATEXFORMHEIGHT" val="512,25"/>
  <p:tag name="LATEXFORMWIDTH" val="715,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656,168"/>
  <p:tag name="LATEXADDIN" val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ewtxtext}&#10;\usepackage{newtxmath}&#10;\newcommand{\T}{^{\mathsf{T}}}     % transpose symbol shortcut&#10;\newcommand{\B}[1]{\if#1\relax\bm{#1}\else\mathbf{#1}\fi} % bold shortcut&#10;\newcommand{\BB}[1]{\mathbb{#1}}   % blackboard font shortcut&#10;\newcommand{\R}[1]{\mathrm{#1}}    % upright font shortcut       &#10;\newcommand{\C}[1]{\mathcal{#1}}   % calligraphic font shortcut       &#10;\definecolor{mygray}{RGB}{89, 89, 89}&#10;\pagestyle{empty}&#10;\begin{document}&#10;&#10;\[&#10;\dot{\B{x}} = \B{A} \B{x} + \B{B} u.&#10;\]&#10;&#10;\end{document}"/>
  <p:tag name="IGUANATEXSIZE" val="24"/>
  <p:tag name="IGUANATEXCURSOR" val="346"/>
  <p:tag name="TRANSPARENCY" val="True"/>
  <p:tag name="FILENAME" val=""/>
  <p:tag name="LATEXENGINEID" val="0"/>
  <p:tag name="TEMPFOLDER" val="c:\marco_archivio\"/>
  <p:tag name="LATEXFORMHEIGHT" val="512,25"/>
  <p:tag name="LATEXFORMWIDTH" val="715,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270,7162"/>
  <p:tag name="OUTPUTTYPE" val="PNG"/>
  <p:tag name="IGUANATEXVERSION" val="160"/>
  <p:tag name="LATEXADDIN" val="\documentclass{article}&#10;\usepackage{amsmath}               % math functionalities&#10;\usepackage{amssymb}               % math symbols&#10;\usepackage{mathtools}             % math functionalities&#10;\usepackage{bm}                    % bold greek letters&#10;\usepackage[svgnames]{xcolor}      % change text color&#10;\usepackage{newtxtext}&#10;\usepackage{newtxmath}&#10;\newcommand{\T}{^{\mathsf{T}}}     % transpose symbol shortcut&#10;\newcommand{\B}[1]{\if#1\relax\bm{#1}\else\mathbf{#1}\fi} % bold shortcut&#10;\newcommand{\BB}[1]{\mathbb{#1}}   % blackboard font shortcut&#10;\newcommand{\R}[1]{\mathrm{#1}}    % upright font shortcut       &#10;\newcommand{\C}[1]{\mathcal{#1}}   % calligraphic font shortcut       &#10;\definecolor{mygray}{RGB}{89, 89, 89}&#10;\pagestyle{empty}&#10;\begin{document}&#10;&#10;\color{mygray}&#10;\[&#10;a = b&#10;\]&#10;&#10;\end{document}"/>
  <p:tag name="IGUANATEXSIZE" val="16"/>
  <p:tag name="IGUANATEXCURSOR" val="346"/>
  <p:tag name="TRANSPARENCY" val="True"/>
  <p:tag name="LATEXENGINEID" val="0"/>
  <p:tag name="TEMPFOLDER" val="C:\Users\marco\AppData\Roaming\Microsoft\AddIns\temp\"/>
  <p:tag name="LATEXFORMHEIGHT" val="512,25"/>
  <p:tag name="LATEXFORMWIDTH" val="715,5"/>
  <p:tag name="LATEXFORMWRAP" val="True"/>
  <p:tag name="BITMAPVECTOR" val="0"/>
</p:tagLst>
</file>

<file path=ppt/theme/theme1.xml><?xml version="1.0" encoding="utf-8"?>
<a:theme xmlns:a="http://schemas.openxmlformats.org/drawingml/2006/main" name="Tema di Office">
  <a:themeElements>
    <a:clrScheme name="Custom 6">
      <a:dk1>
        <a:srgbClr val="000000"/>
      </a:dk1>
      <a:lt1>
        <a:srgbClr val="FFFFFF"/>
      </a:lt1>
      <a:dk2>
        <a:srgbClr val="7D3D19"/>
      </a:dk2>
      <a:lt2>
        <a:srgbClr val="F6B94A"/>
      </a:lt2>
      <a:accent1>
        <a:srgbClr val="263D3E"/>
      </a:accent1>
      <a:accent2>
        <a:srgbClr val="ADCFCC"/>
      </a:accent2>
      <a:accent3>
        <a:srgbClr val="FFFFFF"/>
      </a:accent3>
      <a:accent4>
        <a:srgbClr val="F6B94A"/>
      </a:accent4>
      <a:accent5>
        <a:srgbClr val="12467A"/>
      </a:accent5>
      <a:accent6>
        <a:srgbClr val="0070C0"/>
      </a:accent6>
      <a:hlink>
        <a:srgbClr val="56C7AA"/>
      </a:hlink>
      <a:folHlink>
        <a:srgbClr val="59A8D1"/>
      </a:folHlink>
    </a:clrScheme>
    <a:fontScheme name="Personalizzato 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TM02900688[[fn=Sfaccettatura]]</Template>
  <TotalTime>29080</TotalTime>
  <Words>1040</Words>
  <Application>Microsoft Office PowerPoint</Application>
  <PresentationFormat>On-screen Show (4:3)</PresentationFormat>
  <Paragraphs>139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NimbusRomNo9L</vt:lpstr>
      <vt:lpstr>Times New Roman</vt:lpstr>
      <vt:lpstr>Tema di Office</vt:lpstr>
      <vt:lpstr>Template for presentations  in Microsoft PowerPoint</vt:lpstr>
      <vt:lpstr>Outline</vt:lpstr>
      <vt:lpstr>Style guidelines</vt:lpstr>
      <vt:lpstr>Mathematics</vt:lpstr>
      <vt:lpstr>Theorem box and references</vt:lpstr>
      <vt:lpstr>Tools to clarify and highlight</vt:lpstr>
      <vt:lpstr>Text elements</vt:lpstr>
      <vt:lpstr>Table and boxed footnote</vt:lpstr>
      <vt:lpstr>Fonts</vt:lpstr>
      <vt:lpstr>PowerPoint Presentation</vt:lpstr>
      <vt:lpstr>Comparison</vt:lpstr>
      <vt:lpstr>Compatibility</vt:lpstr>
      <vt:lpstr>Conclusion</vt:lpstr>
      <vt:lpstr>References</vt:lpstr>
      <vt:lpstr>PowerPoint Presentation</vt:lpstr>
      <vt:lpstr>PowerPoint Presentation</vt:lpstr>
      <vt:lpstr>PowerPoint Presentation</vt:lpstr>
      <vt:lpstr>Section name</vt:lpstr>
      <vt:lpstr>Section name</vt:lpstr>
      <vt:lpstr>Subsection name</vt:lpstr>
      <vt:lpstr>Subsection name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Marco Coraggio</dc:creator>
  <cp:lastModifiedBy>MARCO CORAGGIO</cp:lastModifiedBy>
  <cp:revision>1994</cp:revision>
  <dcterms:created xsi:type="dcterms:W3CDTF">2015-11-02T16:41:54Z</dcterms:created>
  <dcterms:modified xsi:type="dcterms:W3CDTF">2025-03-22T19:35:02Z</dcterms:modified>
</cp:coreProperties>
</file>