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70" r:id="rId1"/>
  </p:sldMasterIdLst>
  <p:notesMasterIdLst>
    <p:notesMasterId r:id="rId24"/>
  </p:notesMasterIdLst>
  <p:sldIdLst>
    <p:sldId id="766" r:id="rId2"/>
    <p:sldId id="754" r:id="rId3"/>
    <p:sldId id="772" r:id="rId4"/>
    <p:sldId id="773" r:id="rId5"/>
    <p:sldId id="774" r:id="rId6"/>
    <p:sldId id="775" r:id="rId7"/>
    <p:sldId id="776" r:id="rId8"/>
    <p:sldId id="777" r:id="rId9"/>
    <p:sldId id="778" r:id="rId10"/>
    <p:sldId id="757" r:id="rId11"/>
    <p:sldId id="779" r:id="rId12"/>
    <p:sldId id="780" r:id="rId13"/>
    <p:sldId id="781" r:id="rId14"/>
    <p:sldId id="782" r:id="rId15"/>
    <p:sldId id="786" r:id="rId16"/>
    <p:sldId id="787" r:id="rId17"/>
    <p:sldId id="788" r:id="rId18"/>
    <p:sldId id="750" r:id="rId19"/>
    <p:sldId id="783" r:id="rId20"/>
    <p:sldId id="751" r:id="rId21"/>
    <p:sldId id="785" r:id="rId22"/>
    <p:sldId id="770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zione predefinita" id="{7C978343-E237-41B2-81FA-88295E0A2D3A}">
          <p14:sldIdLst>
            <p14:sldId id="766"/>
            <p14:sldId id="754"/>
            <p14:sldId id="772"/>
            <p14:sldId id="773"/>
            <p14:sldId id="774"/>
            <p14:sldId id="775"/>
            <p14:sldId id="776"/>
            <p14:sldId id="777"/>
            <p14:sldId id="778"/>
            <p14:sldId id="757"/>
            <p14:sldId id="779"/>
            <p14:sldId id="780"/>
            <p14:sldId id="781"/>
            <p14:sldId id="782"/>
            <p14:sldId id="786"/>
            <p14:sldId id="787"/>
            <p14:sldId id="788"/>
            <p14:sldId id="750"/>
            <p14:sldId id="783"/>
            <p14:sldId id="751"/>
            <p14:sldId id="785"/>
            <p14:sldId id="7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0F0"/>
    <a:srgbClr val="7FA6C6"/>
    <a:srgbClr val="FF9999"/>
    <a:srgbClr val="390309"/>
    <a:srgbClr val="A90B1E"/>
    <a:srgbClr val="8A0917"/>
    <a:srgbClr val="EE1C02"/>
    <a:srgbClr val="DE1616"/>
    <a:srgbClr val="F01D00"/>
    <a:srgbClr val="AF05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Stile medio 2 - Color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Stile chiaro 2 - Colore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D03447BB-5D67-496B-8E87-E561075AD55C}" styleName="Stile scuro 1 - Colore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27" autoAdjust="0"/>
    <p:restoredTop sz="95071" autoAdjust="0"/>
  </p:normalViewPr>
  <p:slideViewPr>
    <p:cSldViewPr snapToGrid="0">
      <p:cViewPr varScale="1">
        <p:scale>
          <a:sx n="59" d="100"/>
          <a:sy n="59" d="100"/>
        </p:scale>
        <p:origin x="63" y="1086"/>
      </p:cViewPr>
      <p:guideLst/>
    </p:cSldViewPr>
  </p:slideViewPr>
  <p:outlineViewPr>
    <p:cViewPr>
      <p:scale>
        <a:sx n="33" d="100"/>
        <a:sy n="33" d="100"/>
      </p:scale>
      <p:origin x="0" y="-786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 Coraggio" userId="82d2aef7352d2ea4" providerId="LiveId" clId="{07D1FD7F-F724-4DDC-B1F2-54C374933A19}"/>
    <pc:docChg chg="custSel addSld modSld sldOrd modSection">
      <pc:chgData name="Marco Coraggio" userId="82d2aef7352d2ea4" providerId="LiveId" clId="{07D1FD7F-F724-4DDC-B1F2-54C374933A19}" dt="2021-02-05T17:02:16.122" v="15" actId="12789"/>
      <pc:docMkLst>
        <pc:docMk/>
      </pc:docMkLst>
      <pc:sldChg chg="addSp delSp modSp mod chgLayout">
        <pc:chgData name="Marco Coraggio" userId="82d2aef7352d2ea4" providerId="LiveId" clId="{07D1FD7F-F724-4DDC-B1F2-54C374933A19}" dt="2021-01-19T13:08:04.740" v="8" actId="6264"/>
        <pc:sldMkLst>
          <pc:docMk/>
          <pc:sldMk cId="99326059" sldId="754"/>
        </pc:sldMkLst>
      </pc:sldChg>
      <pc:sldChg chg="modSp mod">
        <pc:chgData name="Marco Coraggio" userId="82d2aef7352d2ea4" providerId="LiveId" clId="{07D1FD7F-F724-4DDC-B1F2-54C374933A19}" dt="2021-01-19T13:06:01.836" v="7" actId="1036"/>
        <pc:sldMkLst>
          <pc:docMk/>
          <pc:sldMk cId="452280497" sldId="761"/>
        </pc:sldMkLst>
      </pc:sldChg>
      <pc:sldChg chg="addSp delSp modSp new mod ord modAnim">
        <pc:chgData name="Marco Coraggio" userId="82d2aef7352d2ea4" providerId="LiveId" clId="{07D1FD7F-F724-4DDC-B1F2-54C374933A19}" dt="2021-02-05T17:02:16.122" v="15" actId="12789"/>
        <pc:sldMkLst>
          <pc:docMk/>
          <pc:sldMk cId="584701530" sldId="770"/>
        </pc:sldMkLst>
      </pc:sldChg>
    </pc:docChg>
  </pc:docChgLst>
  <pc:docChgLst>
    <pc:chgData name="Marco Coraggio" userId="82d2aef7352d2ea4" providerId="LiveId" clId="{368786D6-5510-4449-BF85-98F383C7534A}"/>
    <pc:docChg chg="modSld">
      <pc:chgData name="Marco Coraggio" userId="82d2aef7352d2ea4" providerId="LiveId" clId="{368786D6-5510-4449-BF85-98F383C7534A}" dt="2024-08-03T00:23:10.213" v="1" actId="20577"/>
      <pc:docMkLst>
        <pc:docMk/>
      </pc:docMkLst>
      <pc:sldChg chg="modSp mod">
        <pc:chgData name="Marco Coraggio" userId="82d2aef7352d2ea4" providerId="LiveId" clId="{368786D6-5510-4449-BF85-98F383C7534A}" dt="2024-08-03T00:23:10.213" v="1" actId="20577"/>
        <pc:sldMkLst>
          <pc:docMk/>
          <pc:sldMk cId="4267396490" sldId="766"/>
        </pc:sldMkLst>
      </pc:sldChg>
    </pc:docChg>
  </pc:docChgLst>
  <pc:docChgLst>
    <pc:chgData name="Marco Coraggio" userId="82d2aef7352d2ea4" providerId="LiveId" clId="{FCBF9B8E-9364-4D85-BCC5-D5FAF830EC43}"/>
    <pc:docChg chg="undo redo custSel addSld delSld modSld sldOrd modMainMaster modSection">
      <pc:chgData name="Marco Coraggio" userId="82d2aef7352d2ea4" providerId="LiveId" clId="{FCBF9B8E-9364-4D85-BCC5-D5FAF830EC43}" dt="2024-12-13T15:41:52.261" v="1595" actId="11530"/>
      <pc:docMkLst>
        <pc:docMk/>
      </pc:docMkLst>
      <pc:sldChg chg="del">
        <pc:chgData name="Marco Coraggio" userId="82d2aef7352d2ea4" providerId="LiveId" clId="{FCBF9B8E-9364-4D85-BCC5-D5FAF830EC43}" dt="2023-12-24T18:53:07.041" v="4" actId="47"/>
        <pc:sldMkLst>
          <pc:docMk/>
          <pc:sldMk cId="4014087014" sldId="260"/>
        </pc:sldMkLst>
      </pc:sldChg>
      <pc:sldChg chg="addSp delSp modSp mod chgLayout">
        <pc:chgData name="Marco Coraggio" userId="82d2aef7352d2ea4" providerId="LiveId" clId="{FCBF9B8E-9364-4D85-BCC5-D5FAF830EC43}" dt="2023-12-24T19:22:49.848" v="1183" actId="20577"/>
        <pc:sldMkLst>
          <pc:docMk/>
          <pc:sldMk cId="2783164832" sldId="750"/>
        </pc:sldMkLst>
      </pc:sldChg>
      <pc:sldChg chg="addSp delSp modSp mod chgLayout">
        <pc:chgData name="Marco Coraggio" userId="82d2aef7352d2ea4" providerId="LiveId" clId="{FCBF9B8E-9364-4D85-BCC5-D5FAF830EC43}" dt="2023-12-24T19:23:05.440" v="1186"/>
        <pc:sldMkLst>
          <pc:docMk/>
          <pc:sldMk cId="3409769365" sldId="751"/>
        </pc:sldMkLst>
      </pc:sldChg>
      <pc:sldChg chg="del">
        <pc:chgData name="Marco Coraggio" userId="82d2aef7352d2ea4" providerId="LiveId" clId="{FCBF9B8E-9364-4D85-BCC5-D5FAF830EC43}" dt="2023-12-24T19:19:19.539" v="1150" actId="47"/>
        <pc:sldMkLst>
          <pc:docMk/>
          <pc:sldMk cId="468692417" sldId="752"/>
        </pc:sldMkLst>
      </pc:sldChg>
      <pc:sldChg chg="del">
        <pc:chgData name="Marco Coraggio" userId="82d2aef7352d2ea4" providerId="LiveId" clId="{FCBF9B8E-9364-4D85-BCC5-D5FAF830EC43}" dt="2023-12-24T19:19:20.087" v="1151" actId="47"/>
        <pc:sldMkLst>
          <pc:docMk/>
          <pc:sldMk cId="139139127" sldId="753"/>
        </pc:sldMkLst>
      </pc:sldChg>
      <pc:sldChg chg="modSp mod">
        <pc:chgData name="Marco Coraggio" userId="82d2aef7352d2ea4" providerId="LiveId" clId="{FCBF9B8E-9364-4D85-BCC5-D5FAF830EC43}" dt="2023-12-24T18:55:20.725" v="107"/>
        <pc:sldMkLst>
          <pc:docMk/>
          <pc:sldMk cId="99326059" sldId="754"/>
        </pc:sldMkLst>
      </pc:sldChg>
      <pc:sldChg chg="del">
        <pc:chgData name="Marco Coraggio" userId="82d2aef7352d2ea4" providerId="LiveId" clId="{FCBF9B8E-9364-4D85-BCC5-D5FAF830EC43}" dt="2023-12-24T19:19:25.189" v="1155" actId="47"/>
        <pc:sldMkLst>
          <pc:docMk/>
          <pc:sldMk cId="462322865" sldId="755"/>
        </pc:sldMkLst>
      </pc:sldChg>
      <pc:sldChg chg="modSp mod ord">
        <pc:chgData name="Marco Coraggio" userId="82d2aef7352d2ea4" providerId="LiveId" clId="{FCBF9B8E-9364-4D85-BCC5-D5FAF830EC43}" dt="2023-12-24T19:18:19.920" v="1100" actId="20577"/>
        <pc:sldMkLst>
          <pc:docMk/>
          <pc:sldMk cId="789701175" sldId="757"/>
        </pc:sldMkLst>
      </pc:sldChg>
      <pc:sldChg chg="del">
        <pc:chgData name="Marco Coraggio" userId="82d2aef7352d2ea4" providerId="LiveId" clId="{FCBF9B8E-9364-4D85-BCC5-D5FAF830EC43}" dt="2023-12-24T19:20:12.427" v="1174" actId="47"/>
        <pc:sldMkLst>
          <pc:docMk/>
          <pc:sldMk cId="1462781136" sldId="758"/>
        </pc:sldMkLst>
      </pc:sldChg>
      <pc:sldChg chg="del">
        <pc:chgData name="Marco Coraggio" userId="82d2aef7352d2ea4" providerId="LiveId" clId="{FCBF9B8E-9364-4D85-BCC5-D5FAF830EC43}" dt="2023-12-24T19:19:20.891" v="1152" actId="47"/>
        <pc:sldMkLst>
          <pc:docMk/>
          <pc:sldMk cId="452280497" sldId="761"/>
        </pc:sldMkLst>
      </pc:sldChg>
      <pc:sldChg chg="del">
        <pc:chgData name="Marco Coraggio" userId="82d2aef7352d2ea4" providerId="LiveId" clId="{FCBF9B8E-9364-4D85-BCC5-D5FAF830EC43}" dt="2023-12-24T19:19:23.769" v="1154" actId="47"/>
        <pc:sldMkLst>
          <pc:docMk/>
          <pc:sldMk cId="2168955683" sldId="762"/>
        </pc:sldMkLst>
      </pc:sldChg>
      <pc:sldChg chg="delSp del mod">
        <pc:chgData name="Marco Coraggio" userId="82d2aef7352d2ea4" providerId="LiveId" clId="{FCBF9B8E-9364-4D85-BCC5-D5FAF830EC43}" dt="2023-12-24T19:19:21.853" v="1153" actId="47"/>
        <pc:sldMkLst>
          <pc:docMk/>
          <pc:sldMk cId="987311605" sldId="763"/>
        </pc:sldMkLst>
      </pc:sldChg>
      <pc:sldChg chg="addSp delSp modSp mod">
        <pc:chgData name="Marco Coraggio" userId="82d2aef7352d2ea4" providerId="LiveId" clId="{FCBF9B8E-9364-4D85-BCC5-D5FAF830EC43}" dt="2024-11-29T10:26:30.985" v="1556" actId="20577"/>
        <pc:sldMkLst>
          <pc:docMk/>
          <pc:sldMk cId="4267396490" sldId="766"/>
        </pc:sldMkLst>
      </pc:sldChg>
      <pc:sldChg chg="del">
        <pc:chgData name="Marco Coraggio" userId="82d2aef7352d2ea4" providerId="LiveId" clId="{FCBF9B8E-9364-4D85-BCC5-D5FAF830EC43}" dt="2023-12-24T19:27:35.065" v="1314" actId="47"/>
        <pc:sldMkLst>
          <pc:docMk/>
          <pc:sldMk cId="4287314128" sldId="767"/>
        </pc:sldMkLst>
      </pc:sldChg>
      <pc:sldChg chg="modSp del mod">
        <pc:chgData name="Marco Coraggio" userId="82d2aef7352d2ea4" providerId="LiveId" clId="{FCBF9B8E-9364-4D85-BCC5-D5FAF830EC43}" dt="2023-12-24T19:27:36.353" v="1315" actId="47"/>
        <pc:sldMkLst>
          <pc:docMk/>
          <pc:sldMk cId="1505854437" sldId="768"/>
        </pc:sldMkLst>
      </pc:sldChg>
      <pc:sldChg chg="del">
        <pc:chgData name="Marco Coraggio" userId="82d2aef7352d2ea4" providerId="LiveId" clId="{FCBF9B8E-9364-4D85-BCC5-D5FAF830EC43}" dt="2023-12-24T19:19:29.838" v="1156" actId="47"/>
        <pc:sldMkLst>
          <pc:docMk/>
          <pc:sldMk cId="3863120915" sldId="769"/>
        </pc:sldMkLst>
      </pc:sldChg>
      <pc:sldChg chg="add del">
        <pc:chgData name="Marco Coraggio" userId="82d2aef7352d2ea4" providerId="LiveId" clId="{FCBF9B8E-9364-4D85-BCC5-D5FAF830EC43}" dt="2023-12-24T18:55:36.541" v="109"/>
        <pc:sldMkLst>
          <pc:docMk/>
          <pc:sldMk cId="32789450" sldId="771"/>
        </pc:sldMkLst>
      </pc:sldChg>
      <pc:sldChg chg="new del">
        <pc:chgData name="Marco Coraggio" userId="82d2aef7352d2ea4" providerId="LiveId" clId="{FCBF9B8E-9364-4D85-BCC5-D5FAF830EC43}" dt="2023-12-24T19:11:26.107" v="565" actId="47"/>
        <pc:sldMkLst>
          <pc:docMk/>
          <pc:sldMk cId="1468955801" sldId="771"/>
        </pc:sldMkLst>
      </pc:sldChg>
      <pc:sldChg chg="new del">
        <pc:chgData name="Marco Coraggio" userId="82d2aef7352d2ea4" providerId="LiveId" clId="{FCBF9B8E-9364-4D85-BCC5-D5FAF830EC43}" dt="2023-12-24T18:55:53.256" v="111" actId="680"/>
        <pc:sldMkLst>
          <pc:docMk/>
          <pc:sldMk cId="3461879843" sldId="771"/>
        </pc:sldMkLst>
      </pc:sldChg>
      <pc:sldChg chg="addSp modSp new mod modAnim">
        <pc:chgData name="Marco Coraggio" userId="82d2aef7352d2ea4" providerId="LiveId" clId="{FCBF9B8E-9364-4D85-BCC5-D5FAF830EC43}" dt="2024-11-13T10:27:39.279" v="1555" actId="20577"/>
        <pc:sldMkLst>
          <pc:docMk/>
          <pc:sldMk cId="3586102412" sldId="772"/>
        </pc:sldMkLst>
      </pc:sldChg>
      <pc:sldChg chg="addSp modSp new mod ord">
        <pc:chgData name="Marco Coraggio" userId="82d2aef7352d2ea4" providerId="LiveId" clId="{FCBF9B8E-9364-4D85-BCC5-D5FAF830EC43}" dt="2023-12-24T19:12:04.705" v="585" actId="790"/>
        <pc:sldMkLst>
          <pc:docMk/>
          <pc:sldMk cId="3036061421" sldId="773"/>
        </pc:sldMkLst>
      </pc:sldChg>
      <pc:sldChg chg="addSp modSp new mod">
        <pc:chgData name="Marco Coraggio" userId="82d2aef7352d2ea4" providerId="LiveId" clId="{FCBF9B8E-9364-4D85-BCC5-D5FAF830EC43}" dt="2024-11-29T10:26:47.893" v="1593" actId="20577"/>
        <pc:sldMkLst>
          <pc:docMk/>
          <pc:sldMk cId="1881001789" sldId="774"/>
        </pc:sldMkLst>
      </pc:sldChg>
      <pc:sldChg chg="addSp delSp modSp new mod modAnim">
        <pc:chgData name="Marco Coraggio" userId="82d2aef7352d2ea4" providerId="LiveId" clId="{FCBF9B8E-9364-4D85-BCC5-D5FAF830EC43}" dt="2024-10-25T12:44:26.222" v="1499" actId="208"/>
        <pc:sldMkLst>
          <pc:docMk/>
          <pc:sldMk cId="2139770662" sldId="775"/>
        </pc:sldMkLst>
      </pc:sldChg>
      <pc:sldChg chg="addSp delSp modSp new mod modAnim">
        <pc:chgData name="Marco Coraggio" userId="82d2aef7352d2ea4" providerId="LiveId" clId="{FCBF9B8E-9364-4D85-BCC5-D5FAF830EC43}" dt="2023-12-24T19:17:22.248" v="1083" actId="478"/>
        <pc:sldMkLst>
          <pc:docMk/>
          <pc:sldMk cId="3818704793" sldId="776"/>
        </pc:sldMkLst>
      </pc:sldChg>
      <pc:sldChg chg="addSp delSp modSp new mod">
        <pc:chgData name="Marco Coraggio" userId="82d2aef7352d2ea4" providerId="LiveId" clId="{FCBF9B8E-9364-4D85-BCC5-D5FAF830EC43}" dt="2023-12-24T19:17:46.380" v="1088" actId="12788"/>
        <pc:sldMkLst>
          <pc:docMk/>
          <pc:sldMk cId="1663979859" sldId="777"/>
        </pc:sldMkLst>
      </pc:sldChg>
      <pc:sldChg chg="modSp new mod">
        <pc:chgData name="Marco Coraggio" userId="82d2aef7352d2ea4" providerId="LiveId" clId="{FCBF9B8E-9364-4D85-BCC5-D5FAF830EC43}" dt="2023-12-24T19:18:00.809" v="1093" actId="242"/>
        <pc:sldMkLst>
          <pc:docMk/>
          <pc:sldMk cId="699749536" sldId="778"/>
        </pc:sldMkLst>
      </pc:sldChg>
      <pc:sldChg chg="modSp new mod">
        <pc:chgData name="Marco Coraggio" userId="82d2aef7352d2ea4" providerId="LiveId" clId="{FCBF9B8E-9364-4D85-BCC5-D5FAF830EC43}" dt="2023-12-24T19:18:41.735" v="1126" actId="20577"/>
        <pc:sldMkLst>
          <pc:docMk/>
          <pc:sldMk cId="3258802293" sldId="779"/>
        </pc:sldMkLst>
      </pc:sldChg>
      <pc:sldChg chg="modSp new mod">
        <pc:chgData name="Marco Coraggio" userId="82d2aef7352d2ea4" providerId="LiveId" clId="{FCBF9B8E-9364-4D85-BCC5-D5FAF830EC43}" dt="2023-12-24T19:19:00.217" v="1144" actId="242"/>
        <pc:sldMkLst>
          <pc:docMk/>
          <pc:sldMk cId="234956228" sldId="780"/>
        </pc:sldMkLst>
      </pc:sldChg>
      <pc:sldChg chg="modSp new mod">
        <pc:chgData name="Marco Coraggio" userId="82d2aef7352d2ea4" providerId="LiveId" clId="{FCBF9B8E-9364-4D85-BCC5-D5FAF830EC43}" dt="2023-12-24T19:32:18.646" v="1426" actId="20577"/>
        <pc:sldMkLst>
          <pc:docMk/>
          <pc:sldMk cId="3852967337" sldId="781"/>
        </pc:sldMkLst>
      </pc:sldChg>
      <pc:sldChg chg="modSp new mod">
        <pc:chgData name="Marco Coraggio" userId="82d2aef7352d2ea4" providerId="LiveId" clId="{FCBF9B8E-9364-4D85-BCC5-D5FAF830EC43}" dt="2023-12-24T19:20:10.231" v="1173" actId="20577"/>
        <pc:sldMkLst>
          <pc:docMk/>
          <pc:sldMk cId="1773501783" sldId="782"/>
        </pc:sldMkLst>
      </pc:sldChg>
      <pc:sldChg chg="modSp new mod">
        <pc:chgData name="Marco Coraggio" userId="82d2aef7352d2ea4" providerId="LiveId" clId="{FCBF9B8E-9364-4D85-BCC5-D5FAF830EC43}" dt="2023-12-24T19:22:52.294" v="1184" actId="20577"/>
        <pc:sldMkLst>
          <pc:docMk/>
          <pc:sldMk cId="779404203" sldId="783"/>
        </pc:sldMkLst>
      </pc:sldChg>
      <pc:sldChg chg="modSp new mod">
        <pc:chgData name="Marco Coraggio" userId="82d2aef7352d2ea4" providerId="LiveId" clId="{FCBF9B8E-9364-4D85-BCC5-D5FAF830EC43}" dt="2023-12-24T19:24:13.072" v="1215" actId="20577"/>
        <pc:sldMkLst>
          <pc:docMk/>
          <pc:sldMk cId="57418501" sldId="784"/>
        </pc:sldMkLst>
      </pc:sldChg>
      <pc:sldChg chg="modSp new mod">
        <pc:chgData name="Marco Coraggio" userId="82d2aef7352d2ea4" providerId="LiveId" clId="{FCBF9B8E-9364-4D85-BCC5-D5FAF830EC43}" dt="2023-12-24T19:23:24.503" v="1208" actId="20577"/>
        <pc:sldMkLst>
          <pc:docMk/>
          <pc:sldMk cId="519364351" sldId="785"/>
        </pc:sldMkLst>
      </pc:sldChg>
      <pc:sldChg chg="addSp modSp new mod">
        <pc:chgData name="Marco Coraggio" userId="82d2aef7352d2ea4" providerId="LiveId" clId="{FCBF9B8E-9364-4D85-BCC5-D5FAF830EC43}" dt="2023-12-24T19:32:37.087" v="1428" actId="12788"/>
        <pc:sldMkLst>
          <pc:docMk/>
          <pc:sldMk cId="3917053590" sldId="786"/>
        </pc:sldMkLst>
      </pc:sldChg>
      <pc:sldChg chg="addSp modSp new mod">
        <pc:chgData name="Marco Coraggio" userId="82d2aef7352d2ea4" providerId="LiveId" clId="{FCBF9B8E-9364-4D85-BCC5-D5FAF830EC43}" dt="2024-12-13T15:41:00.453" v="1594" actId="11530"/>
        <pc:sldMkLst>
          <pc:docMk/>
          <pc:sldMk cId="162320857" sldId="787"/>
        </pc:sldMkLst>
      </pc:sldChg>
      <pc:sldChg chg="addSp delSp modSp new mod">
        <pc:chgData name="Marco Coraggio" userId="82d2aef7352d2ea4" providerId="LiveId" clId="{FCBF9B8E-9364-4D85-BCC5-D5FAF830EC43}" dt="2024-12-13T15:41:52.261" v="1595" actId="11530"/>
        <pc:sldMkLst>
          <pc:docMk/>
          <pc:sldMk cId="4268095518" sldId="788"/>
        </pc:sldMkLst>
      </pc:sldChg>
      <pc:sldMasterChg chg="addSldLayout delSldLayout modSldLayout sldLayoutOrd">
        <pc:chgData name="Marco Coraggio" userId="82d2aef7352d2ea4" providerId="LiveId" clId="{FCBF9B8E-9364-4D85-BCC5-D5FAF830EC43}" dt="2024-04-21T11:53:22.293" v="1495" actId="1076"/>
        <pc:sldMasterMkLst>
          <pc:docMk/>
          <pc:sldMasterMk cId="3110932492" sldId="2147483770"/>
        </pc:sldMasterMkLst>
        <pc:sldLayoutChg chg="del">
          <pc:chgData name="Marco Coraggio" userId="82d2aef7352d2ea4" providerId="LiveId" clId="{FCBF9B8E-9364-4D85-BCC5-D5FAF830EC43}" dt="2023-12-24T18:59:22.822" v="132" actId="2696"/>
          <pc:sldLayoutMkLst>
            <pc:docMk/>
            <pc:sldMasterMk cId="3110932492" sldId="2147483770"/>
            <pc:sldLayoutMk cId="3586173831" sldId="2147483768"/>
          </pc:sldLayoutMkLst>
        </pc:sldLayoutChg>
        <pc:sldLayoutChg chg="addSp delSp modSp mod">
          <pc:chgData name="Marco Coraggio" userId="82d2aef7352d2ea4" providerId="LiveId" clId="{FCBF9B8E-9364-4D85-BCC5-D5FAF830EC43}" dt="2024-04-21T11:52:07.011" v="1476" actId="478"/>
          <pc:sldLayoutMkLst>
            <pc:docMk/>
            <pc:sldMasterMk cId="3110932492" sldId="2147483770"/>
            <pc:sldLayoutMk cId="1773735271" sldId="2147483772"/>
          </pc:sldLayoutMkLst>
        </pc:sldLayoutChg>
        <pc:sldLayoutChg chg="mod">
          <pc:chgData name="Marco Coraggio" userId="82d2aef7352d2ea4" providerId="LiveId" clId="{FCBF9B8E-9364-4D85-BCC5-D5FAF830EC43}" dt="2023-12-24T18:56:54.171" v="113" actId="6014"/>
          <pc:sldLayoutMkLst>
            <pc:docMk/>
            <pc:sldMasterMk cId="3110932492" sldId="2147483770"/>
            <pc:sldLayoutMk cId="1194959443" sldId="2147483782"/>
          </pc:sldLayoutMkLst>
        </pc:sldLayoutChg>
        <pc:sldLayoutChg chg="del">
          <pc:chgData name="Marco Coraggio" userId="82d2aef7352d2ea4" providerId="LiveId" clId="{FCBF9B8E-9364-4D85-BCC5-D5FAF830EC43}" dt="2023-12-24T18:53:07.041" v="4" actId="47"/>
          <pc:sldLayoutMkLst>
            <pc:docMk/>
            <pc:sldMasterMk cId="3110932492" sldId="2147483770"/>
            <pc:sldLayoutMk cId="2472143396" sldId="2147483783"/>
          </pc:sldLayoutMkLst>
        </pc:sldLayoutChg>
        <pc:sldLayoutChg chg="modSp mod">
          <pc:chgData name="Marco Coraggio" userId="82d2aef7352d2ea4" providerId="LiveId" clId="{FCBF9B8E-9364-4D85-BCC5-D5FAF830EC43}" dt="2023-12-24T19:14:19.546" v="699" actId="3064"/>
          <pc:sldLayoutMkLst>
            <pc:docMk/>
            <pc:sldMasterMk cId="3110932492" sldId="2147483770"/>
            <pc:sldLayoutMk cId="1207410823" sldId="2147483784"/>
          </pc:sldLayoutMkLst>
        </pc:sldLayoutChg>
        <pc:sldLayoutChg chg="modSp mod ord">
          <pc:chgData name="Marco Coraggio" userId="82d2aef7352d2ea4" providerId="LiveId" clId="{FCBF9B8E-9364-4D85-BCC5-D5FAF830EC43}" dt="2023-12-24T19:14:38.177" v="702" actId="3064"/>
          <pc:sldLayoutMkLst>
            <pc:docMk/>
            <pc:sldMasterMk cId="3110932492" sldId="2147483770"/>
            <pc:sldLayoutMk cId="224441554" sldId="2147483785"/>
          </pc:sldLayoutMkLst>
        </pc:sldLayoutChg>
        <pc:sldLayoutChg chg="modSp del mod">
          <pc:chgData name="Marco Coraggio" userId="82d2aef7352d2ea4" providerId="LiveId" clId="{FCBF9B8E-9364-4D85-BCC5-D5FAF830EC43}" dt="2023-12-24T19:19:25.189" v="1155" actId="47"/>
          <pc:sldLayoutMkLst>
            <pc:docMk/>
            <pc:sldMasterMk cId="3110932492" sldId="2147483770"/>
            <pc:sldLayoutMk cId="1127078705" sldId="2147483786"/>
          </pc:sldLayoutMkLst>
        </pc:sldLayoutChg>
        <pc:sldLayoutChg chg="modSp mod ord">
          <pc:chgData name="Marco Coraggio" userId="82d2aef7352d2ea4" providerId="LiveId" clId="{FCBF9B8E-9364-4D85-BCC5-D5FAF830EC43}" dt="2023-12-24T19:14:26.198" v="700" actId="3064"/>
          <pc:sldLayoutMkLst>
            <pc:docMk/>
            <pc:sldMasterMk cId="3110932492" sldId="2147483770"/>
            <pc:sldLayoutMk cId="2806021163" sldId="2147483787"/>
          </pc:sldLayoutMkLst>
        </pc:sldLayoutChg>
        <pc:sldLayoutChg chg="addSp delSp modSp mod ord">
          <pc:chgData name="Marco Coraggio" userId="82d2aef7352d2ea4" providerId="LiveId" clId="{FCBF9B8E-9364-4D85-BCC5-D5FAF830EC43}" dt="2023-12-24T19:06:57.568" v="316" actId="14100"/>
          <pc:sldLayoutMkLst>
            <pc:docMk/>
            <pc:sldMasterMk cId="3110932492" sldId="2147483770"/>
            <pc:sldLayoutMk cId="3876244971" sldId="2147483789"/>
          </pc:sldLayoutMkLst>
        </pc:sldLayoutChg>
        <pc:sldLayoutChg chg="addSp delSp modSp mod ord">
          <pc:chgData name="Marco Coraggio" userId="82d2aef7352d2ea4" providerId="LiveId" clId="{FCBF9B8E-9364-4D85-BCC5-D5FAF830EC43}" dt="2023-12-24T19:08:27.056" v="420" actId="478"/>
          <pc:sldLayoutMkLst>
            <pc:docMk/>
            <pc:sldMasterMk cId="3110932492" sldId="2147483770"/>
            <pc:sldLayoutMk cId="2951109340" sldId="2147483790"/>
          </pc:sldLayoutMkLst>
        </pc:sldLayoutChg>
        <pc:sldLayoutChg chg="addSp delSp modSp add mod modTransition">
          <pc:chgData name="Marco Coraggio" userId="82d2aef7352d2ea4" providerId="LiveId" clId="{FCBF9B8E-9364-4D85-BCC5-D5FAF830EC43}" dt="2024-04-21T11:53:22.293" v="1495" actId="1076"/>
          <pc:sldLayoutMkLst>
            <pc:docMk/>
            <pc:sldMasterMk cId="3110932492" sldId="2147483770"/>
            <pc:sldLayoutMk cId="2474417719" sldId="2147483791"/>
          </pc:sldLayoutMkLst>
        </pc:sldLayoutChg>
        <pc:sldLayoutChg chg="delSp modSp add mod modTransition">
          <pc:chgData name="Marco Coraggio" userId="82d2aef7352d2ea4" providerId="LiveId" clId="{FCBF9B8E-9364-4D85-BCC5-D5FAF830EC43}" dt="2023-12-24T19:23:43.732" v="1212" actId="122"/>
          <pc:sldLayoutMkLst>
            <pc:docMk/>
            <pc:sldMasterMk cId="3110932492" sldId="2147483770"/>
            <pc:sldLayoutMk cId="1580167417" sldId="2147483792"/>
          </pc:sldLayoutMkLst>
        </pc:sldLayoutChg>
        <pc:sldLayoutChg chg="delSp modSp add mod modTransition">
          <pc:chgData name="Marco Coraggio" userId="82d2aef7352d2ea4" providerId="LiveId" clId="{FCBF9B8E-9364-4D85-BCC5-D5FAF830EC43}" dt="2023-12-24T19:23:39.166" v="1210" actId="122"/>
          <pc:sldLayoutMkLst>
            <pc:docMk/>
            <pc:sldMasterMk cId="3110932492" sldId="2147483770"/>
            <pc:sldLayoutMk cId="2065001354" sldId="2147483793"/>
          </pc:sldLayoutMkLst>
        </pc:sldLayoutChg>
      </pc:sldMasterChg>
    </pc:docChg>
  </pc:docChgLst>
  <pc:docChgLst>
    <pc:chgData name="Marco Coraggio" userId="82d2aef7352d2ea4" providerId="LiveId" clId="{713569D8-65A9-42EC-8A03-72BAE60790A5}"/>
    <pc:docChg chg="undo custSel addSld delSld modSld modMainMaster modSection">
      <pc:chgData name="Marco Coraggio" userId="82d2aef7352d2ea4" providerId="LiveId" clId="{713569D8-65A9-42EC-8A03-72BAE60790A5}" dt="2020-11-02T17:22:29.101" v="193"/>
      <pc:docMkLst>
        <pc:docMk/>
      </pc:docMkLst>
      <pc:sldChg chg="delSp modSp">
        <pc:chgData name="Marco Coraggio" userId="82d2aef7352d2ea4" providerId="LiveId" clId="{713569D8-65A9-42EC-8A03-72BAE60790A5}" dt="2020-06-05T10:57:49.635" v="11" actId="478"/>
        <pc:sldMkLst>
          <pc:docMk/>
          <pc:sldMk cId="468692417" sldId="752"/>
        </pc:sldMkLst>
      </pc:sldChg>
      <pc:sldChg chg="addSp delSp modSp delAnim modAnim">
        <pc:chgData name="Marco Coraggio" userId="82d2aef7352d2ea4" providerId="LiveId" clId="{713569D8-65A9-42EC-8A03-72BAE60790A5}" dt="2020-06-09T11:39:04.810" v="184"/>
        <pc:sldMkLst>
          <pc:docMk/>
          <pc:sldMk cId="139139127" sldId="753"/>
        </pc:sldMkLst>
      </pc:sldChg>
      <pc:sldChg chg="addSp delSp modSp mod delAnim modAnim">
        <pc:chgData name="Marco Coraggio" userId="82d2aef7352d2ea4" providerId="LiveId" clId="{713569D8-65A9-42EC-8A03-72BAE60790A5}" dt="2020-11-02T17:22:29.101" v="193"/>
        <pc:sldMkLst>
          <pc:docMk/>
          <pc:sldMk cId="452280497" sldId="761"/>
        </pc:sldMkLst>
      </pc:sldChg>
      <pc:sldChg chg="new del">
        <pc:chgData name="Marco Coraggio" userId="82d2aef7352d2ea4" providerId="LiveId" clId="{713569D8-65A9-42EC-8A03-72BAE60790A5}" dt="2020-10-03T09:51:05.634" v="187" actId="680"/>
        <pc:sldMkLst>
          <pc:docMk/>
          <pc:sldMk cId="132565412" sldId="770"/>
        </pc:sldMkLst>
      </pc:sldChg>
      <pc:sldChg chg="add del">
        <pc:chgData name="Marco Coraggio" userId="82d2aef7352d2ea4" providerId="LiveId" clId="{713569D8-65A9-42EC-8A03-72BAE60790A5}" dt="2020-06-08T12:54:56.989" v="59" actId="2696"/>
        <pc:sldMkLst>
          <pc:docMk/>
          <pc:sldMk cId="141020993" sldId="770"/>
        </pc:sldMkLst>
      </pc:sldChg>
      <pc:sldMasterChg chg="modSldLayout sldLayoutOrd">
        <pc:chgData name="Marco Coraggio" userId="82d2aef7352d2ea4" providerId="LiveId" clId="{713569D8-65A9-42EC-8A03-72BAE60790A5}" dt="2020-10-03T09:51:01.323" v="185" actId="20578"/>
        <pc:sldMasterMkLst>
          <pc:docMk/>
          <pc:sldMasterMk cId="3110932492" sldId="2147483770"/>
        </pc:sldMasterMkLst>
        <pc:sldLayoutChg chg="ord">
          <pc:chgData name="Marco Coraggio" userId="82d2aef7352d2ea4" providerId="LiveId" clId="{713569D8-65A9-42EC-8A03-72BAE60790A5}" dt="2020-10-03T09:51:01.323" v="185" actId="20578"/>
          <pc:sldLayoutMkLst>
            <pc:docMk/>
            <pc:sldMasterMk cId="3110932492" sldId="2147483770"/>
            <pc:sldLayoutMk cId="1773735271" sldId="2147483772"/>
          </pc:sldLayoutMkLst>
        </pc:sldLayoutChg>
      </pc:sldMasterChg>
    </pc:docChg>
  </pc:docChgLst>
  <pc:docChgLst>
    <pc:chgData name="Marco Coraggio" userId="82d2aef7352d2ea4" providerId="LiveId" clId="{61062736-09A6-4B74-B078-18BC5B279F50}"/>
    <pc:docChg chg="custSel modSld">
      <pc:chgData name="Marco Coraggio" userId="82d2aef7352d2ea4" providerId="LiveId" clId="{61062736-09A6-4B74-B078-18BC5B279F50}" dt="2021-06-07T14:12:11.629" v="63" actId="478"/>
      <pc:docMkLst>
        <pc:docMk/>
      </pc:docMkLst>
      <pc:sldChg chg="delSp modSp mod">
        <pc:chgData name="Marco Coraggio" userId="82d2aef7352d2ea4" providerId="LiveId" clId="{61062736-09A6-4B74-B078-18BC5B279F50}" dt="2021-06-07T14:11:34.347" v="12" actId="478"/>
        <pc:sldMkLst>
          <pc:docMk/>
          <pc:sldMk cId="468692417" sldId="752"/>
        </pc:sldMkLst>
      </pc:sldChg>
      <pc:sldChg chg="delSp modSp mod">
        <pc:chgData name="Marco Coraggio" userId="82d2aef7352d2ea4" providerId="LiveId" clId="{61062736-09A6-4B74-B078-18BC5B279F50}" dt="2021-06-07T14:11:59.042" v="47" actId="478"/>
        <pc:sldMkLst>
          <pc:docMk/>
          <pc:sldMk cId="139139127" sldId="753"/>
        </pc:sldMkLst>
      </pc:sldChg>
      <pc:sldChg chg="delSp modSp mod">
        <pc:chgData name="Marco Coraggio" userId="82d2aef7352d2ea4" providerId="LiveId" clId="{61062736-09A6-4B74-B078-18BC5B279F50}" dt="2021-06-07T14:12:11.629" v="63" actId="478"/>
        <pc:sldMkLst>
          <pc:docMk/>
          <pc:sldMk cId="452280497" sldId="761"/>
        </pc:sldMkLst>
      </pc:sldChg>
    </pc:docChg>
  </pc:docChgLst>
  <pc:docChgLst>
    <pc:chgData name="Marco" userId="82d2aef7352d2ea4" providerId="LiveId" clId="{FCBF9B8E-9364-4D85-BCC5-D5FAF830EC43}"/>
    <pc:docChg chg="modSld">
      <pc:chgData name="Marco" userId="82d2aef7352d2ea4" providerId="LiveId" clId="{FCBF9B8E-9364-4D85-BCC5-D5FAF830EC43}" dt="2023-06-21T10:34:45.807" v="3"/>
      <pc:docMkLst>
        <pc:docMk/>
      </pc:docMkLst>
      <pc:sldChg chg="addSp modSp modAnim">
        <pc:chgData name="Marco" userId="82d2aef7352d2ea4" providerId="LiveId" clId="{FCBF9B8E-9364-4D85-BCC5-D5FAF830EC43}" dt="2023-06-21T10:34:45.807" v="3"/>
        <pc:sldMkLst>
          <pc:docMk/>
          <pc:sldMk cId="452280497" sldId="761"/>
        </pc:sldMkLst>
      </pc:sldChg>
    </pc:docChg>
  </pc:docChgLst>
  <pc:docChgLst>
    <pc:chgData name="Marco Coraggio" userId="82d2aef7352d2ea4" providerId="LiveId" clId="{E2B6A980-1616-4F40-B4FD-4A137B5B22F8}"/>
    <pc:docChg chg="custSel modSld">
      <pc:chgData name="Marco Coraggio" userId="82d2aef7352d2ea4" providerId="LiveId" clId="{E2B6A980-1616-4F40-B4FD-4A137B5B22F8}" dt="2025-03-22T19:35:17.584" v="13" actId="962"/>
      <pc:docMkLst>
        <pc:docMk/>
      </pc:docMkLst>
      <pc:sldChg chg="delSp modSp mod">
        <pc:chgData name="Marco Coraggio" userId="82d2aef7352d2ea4" providerId="LiveId" clId="{E2B6A980-1616-4F40-B4FD-4A137B5B22F8}" dt="2025-03-22T19:35:17.584" v="13" actId="962"/>
        <pc:sldMkLst>
          <pc:docMk/>
          <pc:sldMk cId="3036061421" sldId="773"/>
        </pc:sldMkLst>
        <pc:picChg chg="del mod">
          <ac:chgData name="Marco Coraggio" userId="82d2aef7352d2ea4" providerId="LiveId" clId="{E2B6A980-1616-4F40-B4FD-4A137B5B22F8}" dt="2025-03-22T19:35:17.584" v="11" actId="478"/>
          <ac:picMkLst>
            <pc:docMk/>
            <pc:sldMk cId="3036061421" sldId="773"/>
            <ac:picMk id="5" creationId="{C60AC162-C000-F63F-C674-84CFC1C24D10}"/>
          </ac:picMkLst>
        </pc:picChg>
        <pc:picChg chg="mod ord">
          <ac:chgData name="Marco Coraggio" userId="82d2aef7352d2ea4" providerId="LiveId" clId="{E2B6A980-1616-4F40-B4FD-4A137B5B22F8}" dt="2025-03-22T19:35:17.584" v="13" actId="962"/>
          <ac:picMkLst>
            <pc:docMk/>
            <pc:sldMk cId="3036061421" sldId="773"/>
            <ac:picMk id="7" creationId="{8C809F46-6183-A971-401D-C230D42EDB46}"/>
          </ac:picMkLst>
        </pc:picChg>
      </pc:sldChg>
    </pc:docChg>
  </pc:docChgLst>
  <pc:docChgLst>
    <pc:chgData name="Marco Coraggio" userId="82d2aef7352d2ea4" providerId="LiveId" clId="{0830BC7C-0D1C-41C3-A03D-9D45FBCBCE5C}"/>
    <pc:docChg chg="modSld">
      <pc:chgData name="Marco Coraggio" userId="82d2aef7352d2ea4" providerId="LiveId" clId="{0830BC7C-0D1C-41C3-A03D-9D45FBCBCE5C}" dt="2024-03-24T23:16:57.369" v="4" actId="20577"/>
      <pc:docMkLst>
        <pc:docMk/>
      </pc:docMkLst>
      <pc:sldChg chg="modSp mod">
        <pc:chgData name="Marco Coraggio" userId="82d2aef7352d2ea4" providerId="LiveId" clId="{0830BC7C-0D1C-41C3-A03D-9D45FBCBCE5C}" dt="2024-03-24T23:16:57.369" v="4" actId="20577"/>
        <pc:sldMkLst>
          <pc:docMk/>
          <pc:sldMk cId="699749536" sldId="778"/>
        </pc:sldMkLst>
      </pc:sldChg>
    </pc:docChg>
  </pc:docChgLst>
  <pc:docChgLst>
    <pc:chgData name="Marco Coraggio" userId="82d2aef7352d2ea4" providerId="LiveId" clId="{A70CFA9B-C9BF-47D3-815B-5B399B8D2F44}"/>
    <pc:docChg chg="undo custSel modSld">
      <pc:chgData name="Marco Coraggio" userId="82d2aef7352d2ea4" providerId="LiveId" clId="{A70CFA9B-C9BF-47D3-815B-5B399B8D2F44}" dt="2021-05-12T13:03:45.168" v="14"/>
      <pc:docMkLst>
        <pc:docMk/>
      </pc:docMkLst>
      <pc:sldChg chg="addSp delSp modSp mod delAnim modAnim">
        <pc:chgData name="Marco Coraggio" userId="82d2aef7352d2ea4" providerId="LiveId" clId="{A70CFA9B-C9BF-47D3-815B-5B399B8D2F44}" dt="2021-05-12T13:03:45.168" v="14"/>
        <pc:sldMkLst>
          <pc:docMk/>
          <pc:sldMk cId="452280497" sldId="761"/>
        </pc:sldMkLst>
      </pc:sldChg>
    </pc:docChg>
  </pc:docChgLst>
  <pc:docChgLst>
    <pc:chgData name="Marco Coraggio" userId="82d2aef7352d2ea4" providerId="LiveId" clId="{9025B620-ADC7-4C80-A7AD-61C73FB5D2BB}"/>
    <pc:docChg chg="undo custSel delSld modSld modMainMaster modSection">
      <pc:chgData name="Marco Coraggio" userId="82d2aef7352d2ea4" providerId="LiveId" clId="{9025B620-ADC7-4C80-A7AD-61C73FB5D2BB}" dt="2024-02-04T19:22:26.627" v="149" actId="20577"/>
      <pc:docMkLst>
        <pc:docMk/>
      </pc:docMkLst>
      <pc:sldChg chg="modTransition">
        <pc:chgData name="Marco Coraggio" userId="82d2aef7352d2ea4" providerId="LiveId" clId="{9025B620-ADC7-4C80-A7AD-61C73FB5D2BB}" dt="2024-02-03T20:34:49.354" v="97"/>
        <pc:sldMkLst>
          <pc:docMk/>
          <pc:sldMk cId="2783164832" sldId="750"/>
        </pc:sldMkLst>
      </pc:sldChg>
      <pc:sldChg chg="modTransition">
        <pc:chgData name="Marco Coraggio" userId="82d2aef7352d2ea4" providerId="LiveId" clId="{9025B620-ADC7-4C80-A7AD-61C73FB5D2BB}" dt="2024-02-03T20:34:44.342" v="96"/>
        <pc:sldMkLst>
          <pc:docMk/>
          <pc:sldMk cId="3409769365" sldId="751"/>
        </pc:sldMkLst>
      </pc:sldChg>
      <pc:sldChg chg="addSp delSp modSp mod">
        <pc:chgData name="Marco Coraggio" userId="82d2aef7352d2ea4" providerId="LiveId" clId="{9025B620-ADC7-4C80-A7AD-61C73FB5D2BB}" dt="2024-02-04T19:22:26.627" v="149" actId="20577"/>
        <pc:sldMkLst>
          <pc:docMk/>
          <pc:sldMk cId="4267396490" sldId="766"/>
        </pc:sldMkLst>
      </pc:sldChg>
      <pc:sldChg chg="addSp delSp modSp mod modAnim">
        <pc:chgData name="Marco Coraggio" userId="82d2aef7352d2ea4" providerId="LiveId" clId="{9025B620-ADC7-4C80-A7AD-61C73FB5D2BB}" dt="2024-02-04T19:16:33.711" v="140" actId="20577"/>
        <pc:sldMkLst>
          <pc:docMk/>
          <pc:sldMk cId="584701530" sldId="770"/>
        </pc:sldMkLst>
      </pc:sldChg>
      <pc:sldChg chg="modTransition">
        <pc:chgData name="Marco Coraggio" userId="82d2aef7352d2ea4" providerId="LiveId" clId="{9025B620-ADC7-4C80-A7AD-61C73FB5D2BB}" dt="2024-02-03T20:34:49.354" v="97"/>
        <pc:sldMkLst>
          <pc:docMk/>
          <pc:sldMk cId="779404203" sldId="783"/>
        </pc:sldMkLst>
      </pc:sldChg>
      <pc:sldChg chg="del">
        <pc:chgData name="Marco Coraggio" userId="82d2aef7352d2ea4" providerId="LiveId" clId="{9025B620-ADC7-4C80-A7AD-61C73FB5D2BB}" dt="2024-02-03T20:33:40.219" v="37" actId="47"/>
        <pc:sldMkLst>
          <pc:docMk/>
          <pc:sldMk cId="57418501" sldId="784"/>
        </pc:sldMkLst>
      </pc:sldChg>
      <pc:sldChg chg="modTransition">
        <pc:chgData name="Marco Coraggio" userId="82d2aef7352d2ea4" providerId="LiveId" clId="{9025B620-ADC7-4C80-A7AD-61C73FB5D2BB}" dt="2024-02-03T20:34:44.342" v="96"/>
        <pc:sldMkLst>
          <pc:docMk/>
          <pc:sldMk cId="519364351" sldId="785"/>
        </pc:sldMkLst>
      </pc:sldChg>
      <pc:sldChg chg="modSp mod">
        <pc:chgData name="Marco Coraggio" userId="82d2aef7352d2ea4" providerId="LiveId" clId="{9025B620-ADC7-4C80-A7AD-61C73FB5D2BB}" dt="2024-02-03T20:34:05.091" v="94" actId="20577"/>
        <pc:sldMkLst>
          <pc:docMk/>
          <pc:sldMk cId="3917053590" sldId="786"/>
        </pc:sldMkLst>
      </pc:sldChg>
      <pc:sldChg chg="modSp mod">
        <pc:chgData name="Marco Coraggio" userId="82d2aef7352d2ea4" providerId="LiveId" clId="{9025B620-ADC7-4C80-A7AD-61C73FB5D2BB}" dt="2024-02-03T20:33:58.781" v="77" actId="6549"/>
        <pc:sldMkLst>
          <pc:docMk/>
          <pc:sldMk cId="162320857" sldId="787"/>
        </pc:sldMkLst>
      </pc:sldChg>
      <pc:sldChg chg="modSp mod">
        <pc:chgData name="Marco Coraggio" userId="82d2aef7352d2ea4" providerId="LiveId" clId="{9025B620-ADC7-4C80-A7AD-61C73FB5D2BB}" dt="2024-02-03T20:33:50.794" v="60" actId="6549"/>
        <pc:sldMkLst>
          <pc:docMk/>
          <pc:sldMk cId="4268095518" sldId="788"/>
        </pc:sldMkLst>
      </pc:sldChg>
      <pc:sldMasterChg chg="modSldLayout">
        <pc:chgData name="Marco Coraggio" userId="82d2aef7352d2ea4" providerId="LiveId" clId="{9025B620-ADC7-4C80-A7AD-61C73FB5D2BB}" dt="2024-02-03T20:32:17.671" v="13" actId="6549"/>
        <pc:sldMasterMkLst>
          <pc:docMk/>
          <pc:sldMasterMk cId="3110932492" sldId="2147483770"/>
        </pc:sldMasterMkLst>
        <pc:sldLayoutChg chg="modSp mod">
          <pc:chgData name="Marco Coraggio" userId="82d2aef7352d2ea4" providerId="LiveId" clId="{9025B620-ADC7-4C80-A7AD-61C73FB5D2BB}" dt="2024-02-03T20:32:17.671" v="13" actId="6549"/>
          <pc:sldLayoutMkLst>
            <pc:docMk/>
            <pc:sldMasterMk cId="3110932492" sldId="2147483770"/>
            <pc:sldLayoutMk cId="1194959443" sldId="2147483782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5BA53C-460B-4E8B-A74E-0DC8BAF7D2AC}" type="doc">
      <dgm:prSet loTypeId="urn:microsoft.com/office/officeart/2005/8/layout/hierarchy2" loCatId="hierarchy" qsTypeId="urn:microsoft.com/office/officeart/2005/8/quickstyle/simple2" qsCatId="simple" csTypeId="urn:microsoft.com/office/officeart/2005/8/colors/accent5_1" csCatId="accent5" phldr="1"/>
      <dgm:spPr/>
      <dgm:t>
        <a:bodyPr/>
        <a:lstStyle/>
        <a:p>
          <a:endParaRPr lang="en-US"/>
        </a:p>
      </dgm:t>
    </dgm:pt>
    <dgm:pt modelId="{3D641CC3-1BD3-429D-9EE8-C8B95D2C8E9F}">
      <dgm:prSet phldrT="[Text]" custT="1"/>
      <dgm:spPr>
        <a:solidFill>
          <a:srgbClr val="EEF5FC"/>
        </a:solidFill>
        <a:ln>
          <a:solidFill>
            <a:schemeClr val="accent5"/>
          </a:solidFill>
        </a:ln>
      </dgm:spPr>
      <dgm:t>
        <a:bodyPr/>
        <a:lstStyle/>
        <a:p>
          <a:r>
            <a:rPr lang="en-US" sz="2000" dirty="0">
              <a:solidFill>
                <a:schemeClr val="tx1"/>
              </a:solidFill>
            </a:rPr>
            <a:t>a tree</a:t>
          </a:r>
          <a:endParaRPr lang="en-US" sz="1400" dirty="0">
            <a:solidFill>
              <a:schemeClr val="tx1"/>
            </a:solidFill>
          </a:endParaRPr>
        </a:p>
      </dgm:t>
    </dgm:pt>
    <dgm:pt modelId="{55389D98-EF18-4D20-B954-015C6223614C}" type="parTrans" cxnId="{27CDDCD2-4878-4FA3-AF12-20DA7239B8B6}">
      <dgm:prSet/>
      <dgm:spPr/>
      <dgm:t>
        <a:bodyPr/>
        <a:lstStyle/>
        <a:p>
          <a:endParaRPr lang="en-US"/>
        </a:p>
      </dgm:t>
    </dgm:pt>
    <dgm:pt modelId="{AA679665-C499-4F13-8AA0-2EB571B6BEF7}" type="sibTrans" cxnId="{27CDDCD2-4878-4FA3-AF12-20DA7239B8B6}">
      <dgm:prSet/>
      <dgm:spPr/>
      <dgm:t>
        <a:bodyPr/>
        <a:lstStyle/>
        <a:p>
          <a:endParaRPr lang="en-US"/>
        </a:p>
      </dgm:t>
    </dgm:pt>
    <dgm:pt modelId="{156DB481-7E14-4D9E-A1F8-51EDF55372DF}">
      <dgm:prSet phldrT="[Text]" custT="1"/>
      <dgm:spPr>
        <a:solidFill>
          <a:srgbClr val="EEF5FC"/>
        </a:solidFill>
        <a:ln>
          <a:solidFill>
            <a:schemeClr val="accent5"/>
          </a:solidFill>
        </a:ln>
      </dgm:spPr>
      <dgm:t>
        <a:bodyPr/>
        <a:lstStyle/>
        <a:p>
          <a:r>
            <a:rPr lang="en-US" sz="2000" dirty="0"/>
            <a:t>of</a:t>
          </a:r>
        </a:p>
      </dgm:t>
    </dgm:pt>
    <dgm:pt modelId="{A4BB7120-E96C-4844-8D54-0D3C3A4D05A8}" type="parTrans" cxnId="{32BB794B-942D-4C48-AF7E-CF8039D33583}">
      <dgm:prSet/>
      <dgm:spPr>
        <a:ln w="28575">
          <a:solidFill>
            <a:schemeClr val="accent5"/>
          </a:solidFill>
          <a:headEnd type="none" w="med" len="med"/>
          <a:tailEnd type="triangle" w="lg" len="lg"/>
        </a:ln>
      </dgm:spPr>
      <dgm:t>
        <a:bodyPr/>
        <a:lstStyle/>
        <a:p>
          <a:endParaRPr lang="en-US"/>
        </a:p>
      </dgm:t>
    </dgm:pt>
    <dgm:pt modelId="{C4A4AF39-5256-4B49-91A5-96ED2A805E94}" type="sibTrans" cxnId="{32BB794B-942D-4C48-AF7E-CF8039D33583}">
      <dgm:prSet/>
      <dgm:spPr/>
      <dgm:t>
        <a:bodyPr/>
        <a:lstStyle/>
        <a:p>
          <a:endParaRPr lang="en-US"/>
        </a:p>
      </dgm:t>
    </dgm:pt>
    <dgm:pt modelId="{7D746F77-F001-4419-A7DF-572A8BA3C02A}">
      <dgm:prSet phldrT="[Text]" custT="1"/>
      <dgm:spPr>
        <a:solidFill>
          <a:srgbClr val="EEF5FC"/>
        </a:solidFill>
        <a:ln>
          <a:solidFill>
            <a:schemeClr val="accent5"/>
          </a:solidFill>
        </a:ln>
      </dgm:spPr>
      <dgm:t>
        <a:bodyPr/>
        <a:lstStyle/>
        <a:p>
          <a:r>
            <a:rPr lang="en-US" sz="2000" dirty="0"/>
            <a:t>relations</a:t>
          </a:r>
        </a:p>
      </dgm:t>
    </dgm:pt>
    <dgm:pt modelId="{B4FF7FB5-55AA-48FA-9826-AD43013A3C90}" type="parTrans" cxnId="{321398C3-875F-48D2-8B1A-1F1037A4F37C}">
      <dgm:prSet/>
      <dgm:spPr>
        <a:ln w="28575">
          <a:solidFill>
            <a:schemeClr val="accent5"/>
          </a:solidFill>
          <a:headEnd type="none" w="med" len="med"/>
          <a:tailEnd type="triangle" w="lg" len="lg"/>
        </a:ln>
      </dgm:spPr>
      <dgm:t>
        <a:bodyPr/>
        <a:lstStyle/>
        <a:p>
          <a:endParaRPr lang="en-US"/>
        </a:p>
      </dgm:t>
    </dgm:pt>
    <dgm:pt modelId="{D3370FF7-C23B-49A6-9D7C-EB0487471384}" type="sibTrans" cxnId="{321398C3-875F-48D2-8B1A-1F1037A4F37C}">
      <dgm:prSet/>
      <dgm:spPr/>
      <dgm:t>
        <a:bodyPr/>
        <a:lstStyle/>
        <a:p>
          <a:endParaRPr lang="en-US"/>
        </a:p>
      </dgm:t>
    </dgm:pt>
    <dgm:pt modelId="{348B8B29-CBD7-40F6-8144-0D2571413E9C}">
      <dgm:prSet phldrT="[Text]" custT="1"/>
      <dgm:spPr>
        <a:solidFill>
          <a:srgbClr val="EEF5FC"/>
        </a:solidFill>
        <a:ln>
          <a:solidFill>
            <a:schemeClr val="accent5"/>
          </a:solidFill>
        </a:ln>
      </dgm:spPr>
      <dgm:t>
        <a:bodyPr/>
        <a:lstStyle/>
        <a:p>
          <a:r>
            <a:rPr lang="en-US" sz="2000" dirty="0"/>
            <a:t>…</a:t>
          </a:r>
        </a:p>
      </dgm:t>
    </dgm:pt>
    <dgm:pt modelId="{87059D1F-6339-4A47-A834-B797BD0A1C7C}" type="parTrans" cxnId="{731049AE-62E1-47FD-9F2B-D9720AB271E4}">
      <dgm:prSet/>
      <dgm:spPr>
        <a:ln w="28575">
          <a:solidFill>
            <a:schemeClr val="accent5"/>
          </a:solidFill>
          <a:tailEnd type="triangle" w="lg" len="lg"/>
        </a:ln>
      </dgm:spPr>
      <dgm:t>
        <a:bodyPr/>
        <a:lstStyle/>
        <a:p>
          <a:endParaRPr lang="en-US"/>
        </a:p>
      </dgm:t>
    </dgm:pt>
    <dgm:pt modelId="{EA84DCF0-A175-42EA-8579-862F33604DF9}" type="sibTrans" cxnId="{731049AE-62E1-47FD-9F2B-D9720AB271E4}">
      <dgm:prSet/>
      <dgm:spPr/>
      <dgm:t>
        <a:bodyPr/>
        <a:lstStyle/>
        <a:p>
          <a:endParaRPr lang="en-US"/>
        </a:p>
      </dgm:t>
    </dgm:pt>
    <dgm:pt modelId="{A3ADD0E0-B849-4955-85CE-C45CF8A4E128}" type="pres">
      <dgm:prSet presAssocID="{7C5BA53C-460B-4E8B-A74E-0DC8BAF7D2AC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D77795F6-2EA9-45A0-AFAF-932936745BF7}" type="pres">
      <dgm:prSet presAssocID="{3D641CC3-1BD3-429D-9EE8-C8B95D2C8E9F}" presName="root1" presStyleCnt="0"/>
      <dgm:spPr/>
    </dgm:pt>
    <dgm:pt modelId="{4B90F2B9-5760-4C30-8A77-8EF1B0E51A80}" type="pres">
      <dgm:prSet presAssocID="{3D641CC3-1BD3-429D-9EE8-C8B95D2C8E9F}" presName="LevelOneTextNode" presStyleLbl="node0" presStyleIdx="0" presStyleCnt="1" custScaleX="232140" custLinFactNeighborX="-39755" custLinFactNeighborY="80">
        <dgm:presLayoutVars>
          <dgm:chPref val="3"/>
        </dgm:presLayoutVars>
      </dgm:prSet>
      <dgm:spPr>
        <a:prstGeom prst="roundRect">
          <a:avLst/>
        </a:prstGeom>
      </dgm:spPr>
    </dgm:pt>
    <dgm:pt modelId="{A5760B29-5389-4E3A-A488-B062489CEA09}" type="pres">
      <dgm:prSet presAssocID="{3D641CC3-1BD3-429D-9EE8-C8B95D2C8E9F}" presName="level2hierChild" presStyleCnt="0"/>
      <dgm:spPr/>
    </dgm:pt>
    <dgm:pt modelId="{5F12B469-7914-4ABA-840A-913282CE5FC3}" type="pres">
      <dgm:prSet presAssocID="{A4BB7120-E96C-4844-8D54-0D3C3A4D05A8}" presName="conn2-1" presStyleLbl="parChTrans1D2" presStyleIdx="0" presStyleCnt="3"/>
      <dgm:spPr/>
    </dgm:pt>
    <dgm:pt modelId="{247EDBD6-9D50-4F4E-926F-75769221A771}" type="pres">
      <dgm:prSet presAssocID="{A4BB7120-E96C-4844-8D54-0D3C3A4D05A8}" presName="connTx" presStyleLbl="parChTrans1D2" presStyleIdx="0" presStyleCnt="3"/>
      <dgm:spPr/>
    </dgm:pt>
    <dgm:pt modelId="{0CB06E9F-B8BA-4C09-B746-4C87472BC9FC}" type="pres">
      <dgm:prSet presAssocID="{156DB481-7E14-4D9E-A1F8-51EDF55372DF}" presName="root2" presStyleCnt="0"/>
      <dgm:spPr/>
    </dgm:pt>
    <dgm:pt modelId="{2D139C1E-E7AF-43C4-B230-41F302D1A1F8}" type="pres">
      <dgm:prSet presAssocID="{156DB481-7E14-4D9E-A1F8-51EDF55372DF}" presName="LevelTwoTextNode" presStyleLbl="node2" presStyleIdx="0" presStyleCnt="3" custScaleX="530606" custLinFactNeighborY="0">
        <dgm:presLayoutVars>
          <dgm:chPref val="3"/>
        </dgm:presLayoutVars>
      </dgm:prSet>
      <dgm:spPr>
        <a:prstGeom prst="roundRect">
          <a:avLst/>
        </a:prstGeom>
      </dgm:spPr>
    </dgm:pt>
    <dgm:pt modelId="{57C91022-1A55-4A6E-8457-D3618436EBE1}" type="pres">
      <dgm:prSet presAssocID="{156DB481-7E14-4D9E-A1F8-51EDF55372DF}" presName="level3hierChild" presStyleCnt="0"/>
      <dgm:spPr/>
    </dgm:pt>
    <dgm:pt modelId="{3772ED64-091A-4142-88FE-4E941AFAA2A1}" type="pres">
      <dgm:prSet presAssocID="{B4FF7FB5-55AA-48FA-9826-AD43013A3C90}" presName="conn2-1" presStyleLbl="parChTrans1D2" presStyleIdx="1" presStyleCnt="3"/>
      <dgm:spPr/>
    </dgm:pt>
    <dgm:pt modelId="{13AB3E4A-767F-4B82-B2F3-6789D9A05E31}" type="pres">
      <dgm:prSet presAssocID="{B4FF7FB5-55AA-48FA-9826-AD43013A3C90}" presName="connTx" presStyleLbl="parChTrans1D2" presStyleIdx="1" presStyleCnt="3"/>
      <dgm:spPr/>
    </dgm:pt>
    <dgm:pt modelId="{E4543BCF-B43E-4E4A-BF64-E44E03A13E19}" type="pres">
      <dgm:prSet presAssocID="{7D746F77-F001-4419-A7DF-572A8BA3C02A}" presName="root2" presStyleCnt="0"/>
      <dgm:spPr/>
    </dgm:pt>
    <dgm:pt modelId="{834CD1DE-2D6C-4F11-9B45-7CB794A8541E}" type="pres">
      <dgm:prSet presAssocID="{7D746F77-F001-4419-A7DF-572A8BA3C02A}" presName="LevelTwoTextNode" presStyleLbl="node2" presStyleIdx="1" presStyleCnt="3" custScaleX="530606">
        <dgm:presLayoutVars>
          <dgm:chPref val="3"/>
        </dgm:presLayoutVars>
      </dgm:prSet>
      <dgm:spPr>
        <a:prstGeom prst="roundRect">
          <a:avLst/>
        </a:prstGeom>
      </dgm:spPr>
    </dgm:pt>
    <dgm:pt modelId="{33675573-E3B9-44D3-A694-A5E45743D064}" type="pres">
      <dgm:prSet presAssocID="{7D746F77-F001-4419-A7DF-572A8BA3C02A}" presName="level3hierChild" presStyleCnt="0"/>
      <dgm:spPr/>
    </dgm:pt>
    <dgm:pt modelId="{497348AC-5B53-4C00-A2EA-2D93A06C732B}" type="pres">
      <dgm:prSet presAssocID="{87059D1F-6339-4A47-A834-B797BD0A1C7C}" presName="conn2-1" presStyleLbl="parChTrans1D2" presStyleIdx="2" presStyleCnt="3"/>
      <dgm:spPr/>
    </dgm:pt>
    <dgm:pt modelId="{E753521C-1DE5-4B82-8FA5-DA30E4D50E05}" type="pres">
      <dgm:prSet presAssocID="{87059D1F-6339-4A47-A834-B797BD0A1C7C}" presName="connTx" presStyleLbl="parChTrans1D2" presStyleIdx="2" presStyleCnt="3"/>
      <dgm:spPr/>
    </dgm:pt>
    <dgm:pt modelId="{EFAA9C84-4E44-490B-A98D-462FB952D1DE}" type="pres">
      <dgm:prSet presAssocID="{348B8B29-CBD7-40F6-8144-0D2571413E9C}" presName="root2" presStyleCnt="0"/>
      <dgm:spPr/>
    </dgm:pt>
    <dgm:pt modelId="{FFC00012-3B31-4E71-BB1C-854C72E53CF8}" type="pres">
      <dgm:prSet presAssocID="{348B8B29-CBD7-40F6-8144-0D2571413E9C}" presName="LevelTwoTextNode" presStyleLbl="node2" presStyleIdx="2" presStyleCnt="3" custScaleX="530606">
        <dgm:presLayoutVars>
          <dgm:chPref val="3"/>
        </dgm:presLayoutVars>
      </dgm:prSet>
      <dgm:spPr/>
    </dgm:pt>
    <dgm:pt modelId="{B5477D15-13D0-46B7-8671-838D562A58D7}" type="pres">
      <dgm:prSet presAssocID="{348B8B29-CBD7-40F6-8144-0D2571413E9C}" presName="level3hierChild" presStyleCnt="0"/>
      <dgm:spPr/>
    </dgm:pt>
  </dgm:ptLst>
  <dgm:cxnLst>
    <dgm:cxn modelId="{00736A02-7358-471D-8871-908613F7EA32}" type="presOf" srcId="{348B8B29-CBD7-40F6-8144-0D2571413E9C}" destId="{FFC00012-3B31-4E71-BB1C-854C72E53CF8}" srcOrd="0" destOrd="0" presId="urn:microsoft.com/office/officeart/2005/8/layout/hierarchy2"/>
    <dgm:cxn modelId="{87DC9827-1DCC-41E2-A32D-C2B85E07382F}" type="presOf" srcId="{3D641CC3-1BD3-429D-9EE8-C8B95D2C8E9F}" destId="{4B90F2B9-5760-4C30-8A77-8EF1B0E51A80}" srcOrd="0" destOrd="0" presId="urn:microsoft.com/office/officeart/2005/8/layout/hierarchy2"/>
    <dgm:cxn modelId="{65AA0967-B6DE-4D35-915B-86804CB22F9A}" type="presOf" srcId="{87059D1F-6339-4A47-A834-B797BD0A1C7C}" destId="{E753521C-1DE5-4B82-8FA5-DA30E4D50E05}" srcOrd="1" destOrd="0" presId="urn:microsoft.com/office/officeart/2005/8/layout/hierarchy2"/>
    <dgm:cxn modelId="{5CB3B969-C542-455C-8909-281CB3B97091}" type="presOf" srcId="{7D746F77-F001-4419-A7DF-572A8BA3C02A}" destId="{834CD1DE-2D6C-4F11-9B45-7CB794A8541E}" srcOrd="0" destOrd="0" presId="urn:microsoft.com/office/officeart/2005/8/layout/hierarchy2"/>
    <dgm:cxn modelId="{32BB794B-942D-4C48-AF7E-CF8039D33583}" srcId="{3D641CC3-1BD3-429D-9EE8-C8B95D2C8E9F}" destId="{156DB481-7E14-4D9E-A1F8-51EDF55372DF}" srcOrd="0" destOrd="0" parTransId="{A4BB7120-E96C-4844-8D54-0D3C3A4D05A8}" sibTransId="{C4A4AF39-5256-4B49-91A5-96ED2A805E94}"/>
    <dgm:cxn modelId="{EE46797A-5AA8-4040-91C4-BB1A362A2DC2}" type="presOf" srcId="{156DB481-7E14-4D9E-A1F8-51EDF55372DF}" destId="{2D139C1E-E7AF-43C4-B230-41F302D1A1F8}" srcOrd="0" destOrd="0" presId="urn:microsoft.com/office/officeart/2005/8/layout/hierarchy2"/>
    <dgm:cxn modelId="{BAAE3B8B-8961-4509-A801-FE5E1C2E41B6}" type="presOf" srcId="{B4FF7FB5-55AA-48FA-9826-AD43013A3C90}" destId="{13AB3E4A-767F-4B82-B2F3-6789D9A05E31}" srcOrd="1" destOrd="0" presId="urn:microsoft.com/office/officeart/2005/8/layout/hierarchy2"/>
    <dgm:cxn modelId="{0C36A3A4-6A81-4A05-8ADF-FC155F25E95E}" type="presOf" srcId="{B4FF7FB5-55AA-48FA-9826-AD43013A3C90}" destId="{3772ED64-091A-4142-88FE-4E941AFAA2A1}" srcOrd="0" destOrd="0" presId="urn:microsoft.com/office/officeart/2005/8/layout/hierarchy2"/>
    <dgm:cxn modelId="{C2622BAA-2B2E-43BB-B397-2944DAC31F9C}" type="presOf" srcId="{87059D1F-6339-4A47-A834-B797BD0A1C7C}" destId="{497348AC-5B53-4C00-A2EA-2D93A06C732B}" srcOrd="0" destOrd="0" presId="urn:microsoft.com/office/officeart/2005/8/layout/hierarchy2"/>
    <dgm:cxn modelId="{731049AE-62E1-47FD-9F2B-D9720AB271E4}" srcId="{3D641CC3-1BD3-429D-9EE8-C8B95D2C8E9F}" destId="{348B8B29-CBD7-40F6-8144-0D2571413E9C}" srcOrd="2" destOrd="0" parTransId="{87059D1F-6339-4A47-A834-B797BD0A1C7C}" sibTransId="{EA84DCF0-A175-42EA-8579-862F33604DF9}"/>
    <dgm:cxn modelId="{2D3D7FB9-EBB8-4BE8-B5EF-2A21E9B63922}" type="presOf" srcId="{A4BB7120-E96C-4844-8D54-0D3C3A4D05A8}" destId="{5F12B469-7914-4ABA-840A-913282CE5FC3}" srcOrd="0" destOrd="0" presId="urn:microsoft.com/office/officeart/2005/8/layout/hierarchy2"/>
    <dgm:cxn modelId="{321398C3-875F-48D2-8B1A-1F1037A4F37C}" srcId="{3D641CC3-1BD3-429D-9EE8-C8B95D2C8E9F}" destId="{7D746F77-F001-4419-A7DF-572A8BA3C02A}" srcOrd="1" destOrd="0" parTransId="{B4FF7FB5-55AA-48FA-9826-AD43013A3C90}" sibTransId="{D3370FF7-C23B-49A6-9D7C-EB0487471384}"/>
    <dgm:cxn modelId="{27CDDCD2-4878-4FA3-AF12-20DA7239B8B6}" srcId="{7C5BA53C-460B-4E8B-A74E-0DC8BAF7D2AC}" destId="{3D641CC3-1BD3-429D-9EE8-C8B95D2C8E9F}" srcOrd="0" destOrd="0" parTransId="{55389D98-EF18-4D20-B954-015C6223614C}" sibTransId="{AA679665-C499-4F13-8AA0-2EB571B6BEF7}"/>
    <dgm:cxn modelId="{722F7EDC-9418-4D72-AE0D-1EE2AD154336}" type="presOf" srcId="{7C5BA53C-460B-4E8B-A74E-0DC8BAF7D2AC}" destId="{A3ADD0E0-B849-4955-85CE-C45CF8A4E128}" srcOrd="0" destOrd="0" presId="urn:microsoft.com/office/officeart/2005/8/layout/hierarchy2"/>
    <dgm:cxn modelId="{36FB08EF-4263-4733-8798-6568BF2BCF99}" type="presOf" srcId="{A4BB7120-E96C-4844-8D54-0D3C3A4D05A8}" destId="{247EDBD6-9D50-4F4E-926F-75769221A771}" srcOrd="1" destOrd="0" presId="urn:microsoft.com/office/officeart/2005/8/layout/hierarchy2"/>
    <dgm:cxn modelId="{F91284C4-0DB2-45D0-B47A-D00B3B80218B}" type="presParOf" srcId="{A3ADD0E0-B849-4955-85CE-C45CF8A4E128}" destId="{D77795F6-2EA9-45A0-AFAF-932936745BF7}" srcOrd="0" destOrd="0" presId="urn:microsoft.com/office/officeart/2005/8/layout/hierarchy2"/>
    <dgm:cxn modelId="{64093999-8990-4CA3-A9EF-F9EBC743A68F}" type="presParOf" srcId="{D77795F6-2EA9-45A0-AFAF-932936745BF7}" destId="{4B90F2B9-5760-4C30-8A77-8EF1B0E51A80}" srcOrd="0" destOrd="0" presId="urn:microsoft.com/office/officeart/2005/8/layout/hierarchy2"/>
    <dgm:cxn modelId="{071E8FA3-8568-48ED-8BDC-F5448B6A0B1C}" type="presParOf" srcId="{D77795F6-2EA9-45A0-AFAF-932936745BF7}" destId="{A5760B29-5389-4E3A-A488-B062489CEA09}" srcOrd="1" destOrd="0" presId="urn:microsoft.com/office/officeart/2005/8/layout/hierarchy2"/>
    <dgm:cxn modelId="{CAF59ACC-6073-412B-A8F6-0ACF723706DC}" type="presParOf" srcId="{A5760B29-5389-4E3A-A488-B062489CEA09}" destId="{5F12B469-7914-4ABA-840A-913282CE5FC3}" srcOrd="0" destOrd="0" presId="urn:microsoft.com/office/officeart/2005/8/layout/hierarchy2"/>
    <dgm:cxn modelId="{01821523-586A-47C1-BF15-7122F264CBE6}" type="presParOf" srcId="{5F12B469-7914-4ABA-840A-913282CE5FC3}" destId="{247EDBD6-9D50-4F4E-926F-75769221A771}" srcOrd="0" destOrd="0" presId="urn:microsoft.com/office/officeart/2005/8/layout/hierarchy2"/>
    <dgm:cxn modelId="{E8A1BEA9-74CC-4362-B5D9-7CBCE19E30D6}" type="presParOf" srcId="{A5760B29-5389-4E3A-A488-B062489CEA09}" destId="{0CB06E9F-B8BA-4C09-B746-4C87472BC9FC}" srcOrd="1" destOrd="0" presId="urn:microsoft.com/office/officeart/2005/8/layout/hierarchy2"/>
    <dgm:cxn modelId="{F7A5AC96-D5BE-4282-B3D8-4B1DF80D4699}" type="presParOf" srcId="{0CB06E9F-B8BA-4C09-B746-4C87472BC9FC}" destId="{2D139C1E-E7AF-43C4-B230-41F302D1A1F8}" srcOrd="0" destOrd="0" presId="urn:microsoft.com/office/officeart/2005/8/layout/hierarchy2"/>
    <dgm:cxn modelId="{74F1DF3B-A510-416E-A007-11CD6377C0F0}" type="presParOf" srcId="{0CB06E9F-B8BA-4C09-B746-4C87472BC9FC}" destId="{57C91022-1A55-4A6E-8457-D3618436EBE1}" srcOrd="1" destOrd="0" presId="urn:microsoft.com/office/officeart/2005/8/layout/hierarchy2"/>
    <dgm:cxn modelId="{AE4C0D8A-E034-4CEC-8CE4-55AB3D588F9E}" type="presParOf" srcId="{A5760B29-5389-4E3A-A488-B062489CEA09}" destId="{3772ED64-091A-4142-88FE-4E941AFAA2A1}" srcOrd="2" destOrd="0" presId="urn:microsoft.com/office/officeart/2005/8/layout/hierarchy2"/>
    <dgm:cxn modelId="{8CD584DD-2F25-4E96-BEF4-83A169A4840A}" type="presParOf" srcId="{3772ED64-091A-4142-88FE-4E941AFAA2A1}" destId="{13AB3E4A-767F-4B82-B2F3-6789D9A05E31}" srcOrd="0" destOrd="0" presId="urn:microsoft.com/office/officeart/2005/8/layout/hierarchy2"/>
    <dgm:cxn modelId="{7FCE70CE-9F33-4ECD-BCF3-F1A8074F405D}" type="presParOf" srcId="{A5760B29-5389-4E3A-A488-B062489CEA09}" destId="{E4543BCF-B43E-4E4A-BF64-E44E03A13E19}" srcOrd="3" destOrd="0" presId="urn:microsoft.com/office/officeart/2005/8/layout/hierarchy2"/>
    <dgm:cxn modelId="{02F0EBB3-EDA3-4739-9D9E-DAA7F6D2703D}" type="presParOf" srcId="{E4543BCF-B43E-4E4A-BF64-E44E03A13E19}" destId="{834CD1DE-2D6C-4F11-9B45-7CB794A8541E}" srcOrd="0" destOrd="0" presId="urn:microsoft.com/office/officeart/2005/8/layout/hierarchy2"/>
    <dgm:cxn modelId="{AB4B9F04-E216-4FB0-9754-077F7B76CF87}" type="presParOf" srcId="{E4543BCF-B43E-4E4A-BF64-E44E03A13E19}" destId="{33675573-E3B9-44D3-A694-A5E45743D064}" srcOrd="1" destOrd="0" presId="urn:microsoft.com/office/officeart/2005/8/layout/hierarchy2"/>
    <dgm:cxn modelId="{F28B6B5C-85E5-4EE2-A20E-509D38AF96DB}" type="presParOf" srcId="{A5760B29-5389-4E3A-A488-B062489CEA09}" destId="{497348AC-5B53-4C00-A2EA-2D93A06C732B}" srcOrd="4" destOrd="0" presId="urn:microsoft.com/office/officeart/2005/8/layout/hierarchy2"/>
    <dgm:cxn modelId="{3AA7C8B9-DD83-46A2-8F12-A551BD204A50}" type="presParOf" srcId="{497348AC-5B53-4C00-A2EA-2D93A06C732B}" destId="{E753521C-1DE5-4B82-8FA5-DA30E4D50E05}" srcOrd="0" destOrd="0" presId="urn:microsoft.com/office/officeart/2005/8/layout/hierarchy2"/>
    <dgm:cxn modelId="{A0AAA633-3377-410B-9309-9957730E4650}" type="presParOf" srcId="{A5760B29-5389-4E3A-A488-B062489CEA09}" destId="{EFAA9C84-4E44-490B-A98D-462FB952D1DE}" srcOrd="5" destOrd="0" presId="urn:microsoft.com/office/officeart/2005/8/layout/hierarchy2"/>
    <dgm:cxn modelId="{7CE585FF-2B7D-42AD-9C81-3C07C1BD825F}" type="presParOf" srcId="{EFAA9C84-4E44-490B-A98D-462FB952D1DE}" destId="{FFC00012-3B31-4E71-BB1C-854C72E53CF8}" srcOrd="0" destOrd="0" presId="urn:microsoft.com/office/officeart/2005/8/layout/hierarchy2"/>
    <dgm:cxn modelId="{0A493FD2-D264-40BB-8366-C62F074B7A88}" type="presParOf" srcId="{EFAA9C84-4E44-490B-A98D-462FB952D1DE}" destId="{B5477D15-13D0-46B7-8671-838D562A58D7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65A72E2-63A5-49A6-9E53-F37E70EFEE0A}" type="doc">
      <dgm:prSet loTypeId="urn:microsoft.com/office/officeart/2005/8/layout/default" loCatId="list" qsTypeId="urn:microsoft.com/office/officeart/2005/8/quickstyle/simple4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F2559D8A-865D-4265-BEA2-4D8741507758}">
      <dgm:prSet phldrT="[Text]" custT="1"/>
      <dgm:spPr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2000" dirty="0"/>
            <a:t>Factor 1</a:t>
          </a:r>
        </a:p>
      </dgm:t>
    </dgm:pt>
    <dgm:pt modelId="{45CE25B1-8295-4AA1-86D4-5A4BCB4BDA46}" type="parTrans" cxnId="{58E3C682-38C7-49A2-86DE-FEB08BBAFD8B}">
      <dgm:prSet/>
      <dgm:spPr/>
      <dgm:t>
        <a:bodyPr/>
        <a:lstStyle/>
        <a:p>
          <a:endParaRPr lang="en-US"/>
        </a:p>
      </dgm:t>
    </dgm:pt>
    <dgm:pt modelId="{B7E65AC6-3073-45CC-BD8F-75DFD0DE7DCA}" type="sibTrans" cxnId="{58E3C682-38C7-49A2-86DE-FEB08BBAFD8B}">
      <dgm:prSet/>
      <dgm:spPr/>
      <dgm:t>
        <a:bodyPr/>
        <a:lstStyle/>
        <a:p>
          <a:endParaRPr lang="en-US"/>
        </a:p>
      </dgm:t>
    </dgm:pt>
    <dgm:pt modelId="{8180AAA1-CC89-4C25-BE60-ED2C388D671B}">
      <dgm:prSet phldrT="[Text]" custT="1"/>
      <dgm:spPr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2000" dirty="0"/>
            <a:t>Factor 2</a:t>
          </a:r>
        </a:p>
      </dgm:t>
    </dgm:pt>
    <dgm:pt modelId="{0B1F85BD-6167-43D6-969C-C781DD29BB31}" type="parTrans" cxnId="{50825E5A-595F-455F-A963-E9E5BE3C5F3E}">
      <dgm:prSet/>
      <dgm:spPr/>
      <dgm:t>
        <a:bodyPr/>
        <a:lstStyle/>
        <a:p>
          <a:endParaRPr lang="en-US"/>
        </a:p>
      </dgm:t>
    </dgm:pt>
    <dgm:pt modelId="{786C77A8-2C8D-4DA9-9F84-F8B3C7554065}" type="sibTrans" cxnId="{50825E5A-595F-455F-A963-E9E5BE3C5F3E}">
      <dgm:prSet/>
      <dgm:spPr/>
      <dgm:t>
        <a:bodyPr/>
        <a:lstStyle/>
        <a:p>
          <a:endParaRPr lang="en-US"/>
        </a:p>
      </dgm:t>
    </dgm:pt>
    <dgm:pt modelId="{F7744471-B359-4753-BE49-7728CD2D9753}">
      <dgm:prSet phldrT="[Text]" custT="1"/>
      <dgm:spPr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2000" dirty="0"/>
            <a:t>Factor 3</a:t>
          </a:r>
        </a:p>
      </dgm:t>
    </dgm:pt>
    <dgm:pt modelId="{C3A8DC56-9CE0-4B4D-B691-4465DA9389B0}" type="parTrans" cxnId="{C36727E0-997C-4A66-9E84-400D705503F2}">
      <dgm:prSet/>
      <dgm:spPr/>
      <dgm:t>
        <a:bodyPr/>
        <a:lstStyle/>
        <a:p>
          <a:endParaRPr lang="en-US"/>
        </a:p>
      </dgm:t>
    </dgm:pt>
    <dgm:pt modelId="{60BAFC5B-76A3-4D8A-804B-A77EAFD7CC5A}" type="sibTrans" cxnId="{C36727E0-997C-4A66-9E84-400D705503F2}">
      <dgm:prSet/>
      <dgm:spPr/>
      <dgm:t>
        <a:bodyPr/>
        <a:lstStyle/>
        <a:p>
          <a:endParaRPr lang="en-US"/>
        </a:p>
      </dgm:t>
    </dgm:pt>
    <dgm:pt modelId="{5E513739-B31D-4966-9DBB-F167287E8DDA}">
      <dgm:prSet phldrT="[Text]" custT="1"/>
      <dgm:spPr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2000" dirty="0"/>
            <a:t>Factor 4</a:t>
          </a:r>
        </a:p>
      </dgm:t>
    </dgm:pt>
    <dgm:pt modelId="{82358E6A-AEAD-4F7B-847D-06235DACA938}" type="parTrans" cxnId="{DCD29559-0BBA-4C76-8AD6-47BA11D687CE}">
      <dgm:prSet/>
      <dgm:spPr/>
      <dgm:t>
        <a:bodyPr/>
        <a:lstStyle/>
        <a:p>
          <a:endParaRPr lang="en-US"/>
        </a:p>
      </dgm:t>
    </dgm:pt>
    <dgm:pt modelId="{21DA9A71-E4AC-4EF0-B7E6-116F4642D0B3}" type="sibTrans" cxnId="{DCD29559-0BBA-4C76-8AD6-47BA11D687CE}">
      <dgm:prSet/>
      <dgm:spPr/>
      <dgm:t>
        <a:bodyPr/>
        <a:lstStyle/>
        <a:p>
          <a:endParaRPr lang="en-US"/>
        </a:p>
      </dgm:t>
    </dgm:pt>
    <dgm:pt modelId="{36928B3A-564B-4279-B791-557E9DD4B1F2}" type="pres">
      <dgm:prSet presAssocID="{C65A72E2-63A5-49A6-9E53-F37E70EFEE0A}" presName="diagram" presStyleCnt="0">
        <dgm:presLayoutVars>
          <dgm:dir/>
          <dgm:resizeHandles val="exact"/>
        </dgm:presLayoutVars>
      </dgm:prSet>
      <dgm:spPr/>
    </dgm:pt>
    <dgm:pt modelId="{582FBECE-29E5-4217-A3B8-EB7C235F0536}" type="pres">
      <dgm:prSet presAssocID="{F2559D8A-865D-4265-BEA2-4D8741507758}" presName="node" presStyleLbl="node1" presStyleIdx="0" presStyleCnt="4" custScaleX="91905">
        <dgm:presLayoutVars>
          <dgm:bulletEnabled val="1"/>
        </dgm:presLayoutVars>
      </dgm:prSet>
      <dgm:spPr>
        <a:prstGeom prst="roundRect">
          <a:avLst/>
        </a:prstGeom>
      </dgm:spPr>
    </dgm:pt>
    <dgm:pt modelId="{38EA216C-39EC-4F04-9093-EE4014DBBCF4}" type="pres">
      <dgm:prSet presAssocID="{B7E65AC6-3073-45CC-BD8F-75DFD0DE7DCA}" presName="sibTrans" presStyleCnt="0"/>
      <dgm:spPr/>
    </dgm:pt>
    <dgm:pt modelId="{DBF09966-9DF0-4B99-9863-24516F5A9895}" type="pres">
      <dgm:prSet presAssocID="{8180AAA1-CC89-4C25-BE60-ED2C388D671B}" presName="node" presStyleLbl="node1" presStyleIdx="1" presStyleCnt="4" custScaleX="91905">
        <dgm:presLayoutVars>
          <dgm:bulletEnabled val="1"/>
        </dgm:presLayoutVars>
      </dgm:prSet>
      <dgm:spPr>
        <a:prstGeom prst="roundRect">
          <a:avLst/>
        </a:prstGeom>
      </dgm:spPr>
    </dgm:pt>
    <dgm:pt modelId="{A63D2B84-7695-4ABD-A236-EEF7218C0E81}" type="pres">
      <dgm:prSet presAssocID="{786C77A8-2C8D-4DA9-9F84-F8B3C7554065}" presName="sibTrans" presStyleCnt="0"/>
      <dgm:spPr/>
    </dgm:pt>
    <dgm:pt modelId="{652F92AC-0AE7-4B3C-A86E-54C171FF5039}" type="pres">
      <dgm:prSet presAssocID="{F7744471-B359-4753-BE49-7728CD2D9753}" presName="node" presStyleLbl="node1" presStyleIdx="2" presStyleCnt="4" custScaleX="91905">
        <dgm:presLayoutVars>
          <dgm:bulletEnabled val="1"/>
        </dgm:presLayoutVars>
      </dgm:prSet>
      <dgm:spPr>
        <a:prstGeom prst="roundRect">
          <a:avLst/>
        </a:prstGeom>
      </dgm:spPr>
    </dgm:pt>
    <dgm:pt modelId="{FDD34273-885E-42C3-BBB7-22E042595FAA}" type="pres">
      <dgm:prSet presAssocID="{60BAFC5B-76A3-4D8A-804B-A77EAFD7CC5A}" presName="sibTrans" presStyleCnt="0"/>
      <dgm:spPr/>
    </dgm:pt>
    <dgm:pt modelId="{6B30B88F-7CFD-4449-8DCE-0A7B9DF454EC}" type="pres">
      <dgm:prSet presAssocID="{5E513739-B31D-4966-9DBB-F167287E8DDA}" presName="node" presStyleLbl="node1" presStyleIdx="3" presStyleCnt="4" custScaleX="91905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938D3F2D-5DC0-4BF8-BB49-4E184BA36F40}" type="presOf" srcId="{5E513739-B31D-4966-9DBB-F167287E8DDA}" destId="{6B30B88F-7CFD-4449-8DCE-0A7B9DF454EC}" srcOrd="0" destOrd="0" presId="urn:microsoft.com/office/officeart/2005/8/layout/default"/>
    <dgm:cxn modelId="{DCD29559-0BBA-4C76-8AD6-47BA11D687CE}" srcId="{C65A72E2-63A5-49A6-9E53-F37E70EFEE0A}" destId="{5E513739-B31D-4966-9DBB-F167287E8DDA}" srcOrd="3" destOrd="0" parTransId="{82358E6A-AEAD-4F7B-847D-06235DACA938}" sibTransId="{21DA9A71-E4AC-4EF0-B7E6-116F4642D0B3}"/>
    <dgm:cxn modelId="{50825E5A-595F-455F-A963-E9E5BE3C5F3E}" srcId="{C65A72E2-63A5-49A6-9E53-F37E70EFEE0A}" destId="{8180AAA1-CC89-4C25-BE60-ED2C388D671B}" srcOrd="1" destOrd="0" parTransId="{0B1F85BD-6167-43D6-969C-C781DD29BB31}" sibTransId="{786C77A8-2C8D-4DA9-9F84-F8B3C7554065}"/>
    <dgm:cxn modelId="{58E3C682-38C7-49A2-86DE-FEB08BBAFD8B}" srcId="{C65A72E2-63A5-49A6-9E53-F37E70EFEE0A}" destId="{F2559D8A-865D-4265-BEA2-4D8741507758}" srcOrd="0" destOrd="0" parTransId="{45CE25B1-8295-4AA1-86D4-5A4BCB4BDA46}" sibTransId="{B7E65AC6-3073-45CC-BD8F-75DFD0DE7DCA}"/>
    <dgm:cxn modelId="{42B51690-9B00-4372-97BD-F91A6CF8D56F}" type="presOf" srcId="{F2559D8A-865D-4265-BEA2-4D8741507758}" destId="{582FBECE-29E5-4217-A3B8-EB7C235F0536}" srcOrd="0" destOrd="0" presId="urn:microsoft.com/office/officeart/2005/8/layout/default"/>
    <dgm:cxn modelId="{D1306193-CF7F-4F3A-83B1-47F3131AE313}" type="presOf" srcId="{F7744471-B359-4753-BE49-7728CD2D9753}" destId="{652F92AC-0AE7-4B3C-A86E-54C171FF5039}" srcOrd="0" destOrd="0" presId="urn:microsoft.com/office/officeart/2005/8/layout/default"/>
    <dgm:cxn modelId="{7C8FEFBD-07C0-49FE-AEDA-DF24DFF45539}" type="presOf" srcId="{C65A72E2-63A5-49A6-9E53-F37E70EFEE0A}" destId="{36928B3A-564B-4279-B791-557E9DD4B1F2}" srcOrd="0" destOrd="0" presId="urn:microsoft.com/office/officeart/2005/8/layout/default"/>
    <dgm:cxn modelId="{8031D5C9-72A1-4976-B675-A3734CE12DFF}" type="presOf" srcId="{8180AAA1-CC89-4C25-BE60-ED2C388D671B}" destId="{DBF09966-9DF0-4B99-9863-24516F5A9895}" srcOrd="0" destOrd="0" presId="urn:microsoft.com/office/officeart/2005/8/layout/default"/>
    <dgm:cxn modelId="{C36727E0-997C-4A66-9E84-400D705503F2}" srcId="{C65A72E2-63A5-49A6-9E53-F37E70EFEE0A}" destId="{F7744471-B359-4753-BE49-7728CD2D9753}" srcOrd="2" destOrd="0" parTransId="{C3A8DC56-9CE0-4B4D-B691-4465DA9389B0}" sibTransId="{60BAFC5B-76A3-4D8A-804B-A77EAFD7CC5A}"/>
    <dgm:cxn modelId="{0CF7A466-A682-41D5-A2AA-719D774E957E}" type="presParOf" srcId="{36928B3A-564B-4279-B791-557E9DD4B1F2}" destId="{582FBECE-29E5-4217-A3B8-EB7C235F0536}" srcOrd="0" destOrd="0" presId="urn:microsoft.com/office/officeart/2005/8/layout/default"/>
    <dgm:cxn modelId="{BE53DBFF-035A-439C-BCE8-1BFCD213F148}" type="presParOf" srcId="{36928B3A-564B-4279-B791-557E9DD4B1F2}" destId="{38EA216C-39EC-4F04-9093-EE4014DBBCF4}" srcOrd="1" destOrd="0" presId="urn:microsoft.com/office/officeart/2005/8/layout/default"/>
    <dgm:cxn modelId="{1375474D-EFEB-466A-B9D3-628777D30679}" type="presParOf" srcId="{36928B3A-564B-4279-B791-557E9DD4B1F2}" destId="{DBF09966-9DF0-4B99-9863-24516F5A9895}" srcOrd="2" destOrd="0" presId="urn:microsoft.com/office/officeart/2005/8/layout/default"/>
    <dgm:cxn modelId="{1C38AF80-A991-4A4F-86B8-8A1B30A09398}" type="presParOf" srcId="{36928B3A-564B-4279-B791-557E9DD4B1F2}" destId="{A63D2B84-7695-4ABD-A236-EEF7218C0E81}" srcOrd="3" destOrd="0" presId="urn:microsoft.com/office/officeart/2005/8/layout/default"/>
    <dgm:cxn modelId="{ECDD9DDA-DFDA-4613-9BF7-47316BF6A51A}" type="presParOf" srcId="{36928B3A-564B-4279-B791-557E9DD4B1F2}" destId="{652F92AC-0AE7-4B3C-A86E-54C171FF5039}" srcOrd="4" destOrd="0" presId="urn:microsoft.com/office/officeart/2005/8/layout/default"/>
    <dgm:cxn modelId="{D43300AF-7B0C-4FAC-8895-83E0485161BD}" type="presParOf" srcId="{36928B3A-564B-4279-B791-557E9DD4B1F2}" destId="{FDD34273-885E-42C3-BBB7-22E042595FAA}" srcOrd="5" destOrd="0" presId="urn:microsoft.com/office/officeart/2005/8/layout/default"/>
    <dgm:cxn modelId="{0CC432EF-BFCA-418C-8A9C-C364C85E5F1B}" type="presParOf" srcId="{36928B3A-564B-4279-B791-557E9DD4B1F2}" destId="{6B30B88F-7CFD-4449-8DCE-0A7B9DF454EC}" srcOrd="6" destOrd="0" presId="urn:microsoft.com/office/officeart/2005/8/layout/default"/>
  </dgm:cxnLst>
  <dgm:bg>
    <a:effectLst/>
  </dgm:bg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65A72E2-63A5-49A6-9E53-F37E70EFEE0A}" type="doc">
      <dgm:prSet loTypeId="urn:microsoft.com/office/officeart/2005/8/layout/default" loCatId="list" qsTypeId="urn:microsoft.com/office/officeart/2005/8/quickstyle/simple4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F2559D8A-865D-4265-BEA2-4D8741507758}">
      <dgm:prSet phldrT="[Text]" custT="1"/>
      <dgm:spPr>
        <a:solidFill>
          <a:srgbClr val="EEF5FC"/>
        </a:solidFill>
        <a:ln w="12700">
          <a:solidFill>
            <a:schemeClr val="accent5"/>
          </a:solidFill>
        </a:ln>
        <a:effectLst/>
      </dgm:spPr>
      <dgm:t>
        <a:bodyPr/>
        <a:lstStyle/>
        <a:p>
          <a:r>
            <a:rPr lang="en-US" sz="2000" dirty="0">
              <a:solidFill>
                <a:schemeClr val="tx1"/>
              </a:solidFill>
            </a:rPr>
            <a:t>Factor 1</a:t>
          </a:r>
        </a:p>
      </dgm:t>
    </dgm:pt>
    <dgm:pt modelId="{45CE25B1-8295-4AA1-86D4-5A4BCB4BDA46}" type="parTrans" cxnId="{58E3C682-38C7-49A2-86DE-FEB08BBAFD8B}">
      <dgm:prSet/>
      <dgm:spPr/>
      <dgm:t>
        <a:bodyPr/>
        <a:lstStyle/>
        <a:p>
          <a:endParaRPr lang="en-US"/>
        </a:p>
      </dgm:t>
    </dgm:pt>
    <dgm:pt modelId="{B7E65AC6-3073-45CC-BD8F-75DFD0DE7DCA}" type="sibTrans" cxnId="{58E3C682-38C7-49A2-86DE-FEB08BBAFD8B}">
      <dgm:prSet/>
      <dgm:spPr/>
      <dgm:t>
        <a:bodyPr/>
        <a:lstStyle/>
        <a:p>
          <a:endParaRPr lang="en-US"/>
        </a:p>
      </dgm:t>
    </dgm:pt>
    <dgm:pt modelId="{8180AAA1-CC89-4C25-BE60-ED2C388D671B}">
      <dgm:prSet phldrT="[Text]" custT="1"/>
      <dgm:spPr>
        <a:solidFill>
          <a:srgbClr val="EEF5FC"/>
        </a:solidFill>
        <a:ln w="12700">
          <a:solidFill>
            <a:schemeClr val="accent5"/>
          </a:solidFill>
        </a:ln>
        <a:effectLst/>
      </dgm:spPr>
      <dgm:t>
        <a:bodyPr/>
        <a:lstStyle/>
        <a:p>
          <a:r>
            <a:rPr lang="en-US" sz="2000" dirty="0">
              <a:solidFill>
                <a:schemeClr val="tx1"/>
              </a:solidFill>
            </a:rPr>
            <a:t>Factor 2</a:t>
          </a:r>
        </a:p>
      </dgm:t>
    </dgm:pt>
    <dgm:pt modelId="{0B1F85BD-6167-43D6-969C-C781DD29BB31}" type="parTrans" cxnId="{50825E5A-595F-455F-A963-E9E5BE3C5F3E}">
      <dgm:prSet/>
      <dgm:spPr/>
      <dgm:t>
        <a:bodyPr/>
        <a:lstStyle/>
        <a:p>
          <a:endParaRPr lang="en-US"/>
        </a:p>
      </dgm:t>
    </dgm:pt>
    <dgm:pt modelId="{786C77A8-2C8D-4DA9-9F84-F8B3C7554065}" type="sibTrans" cxnId="{50825E5A-595F-455F-A963-E9E5BE3C5F3E}">
      <dgm:prSet/>
      <dgm:spPr/>
      <dgm:t>
        <a:bodyPr/>
        <a:lstStyle/>
        <a:p>
          <a:endParaRPr lang="en-US"/>
        </a:p>
      </dgm:t>
    </dgm:pt>
    <dgm:pt modelId="{F7744471-B359-4753-BE49-7728CD2D9753}">
      <dgm:prSet phldrT="[Text]" custT="1"/>
      <dgm:spPr>
        <a:solidFill>
          <a:srgbClr val="EEF5FC"/>
        </a:solidFill>
        <a:ln w="12700">
          <a:solidFill>
            <a:schemeClr val="accent5"/>
          </a:solidFill>
        </a:ln>
        <a:effectLst/>
      </dgm:spPr>
      <dgm:t>
        <a:bodyPr/>
        <a:lstStyle/>
        <a:p>
          <a:r>
            <a:rPr lang="en-US" sz="2000" dirty="0">
              <a:solidFill>
                <a:schemeClr val="tx1"/>
              </a:solidFill>
            </a:rPr>
            <a:t>Factor 3</a:t>
          </a:r>
        </a:p>
      </dgm:t>
    </dgm:pt>
    <dgm:pt modelId="{C3A8DC56-9CE0-4B4D-B691-4465DA9389B0}" type="parTrans" cxnId="{C36727E0-997C-4A66-9E84-400D705503F2}">
      <dgm:prSet/>
      <dgm:spPr/>
      <dgm:t>
        <a:bodyPr/>
        <a:lstStyle/>
        <a:p>
          <a:endParaRPr lang="en-US"/>
        </a:p>
      </dgm:t>
    </dgm:pt>
    <dgm:pt modelId="{60BAFC5B-76A3-4D8A-804B-A77EAFD7CC5A}" type="sibTrans" cxnId="{C36727E0-997C-4A66-9E84-400D705503F2}">
      <dgm:prSet/>
      <dgm:spPr/>
      <dgm:t>
        <a:bodyPr/>
        <a:lstStyle/>
        <a:p>
          <a:endParaRPr lang="en-US"/>
        </a:p>
      </dgm:t>
    </dgm:pt>
    <dgm:pt modelId="{5E513739-B31D-4966-9DBB-F167287E8DDA}">
      <dgm:prSet phldrT="[Text]" custT="1"/>
      <dgm:spPr>
        <a:solidFill>
          <a:srgbClr val="EEF5FC"/>
        </a:solidFill>
        <a:ln w="12700">
          <a:solidFill>
            <a:schemeClr val="accent5"/>
          </a:solidFill>
        </a:ln>
        <a:effectLst/>
      </dgm:spPr>
      <dgm:t>
        <a:bodyPr/>
        <a:lstStyle/>
        <a:p>
          <a:r>
            <a:rPr lang="en-US" sz="2000" dirty="0">
              <a:solidFill>
                <a:schemeClr val="tx1"/>
              </a:solidFill>
            </a:rPr>
            <a:t>Factor 4</a:t>
          </a:r>
        </a:p>
      </dgm:t>
    </dgm:pt>
    <dgm:pt modelId="{82358E6A-AEAD-4F7B-847D-06235DACA938}" type="parTrans" cxnId="{DCD29559-0BBA-4C76-8AD6-47BA11D687CE}">
      <dgm:prSet/>
      <dgm:spPr/>
      <dgm:t>
        <a:bodyPr/>
        <a:lstStyle/>
        <a:p>
          <a:endParaRPr lang="en-US"/>
        </a:p>
      </dgm:t>
    </dgm:pt>
    <dgm:pt modelId="{21DA9A71-E4AC-4EF0-B7E6-116F4642D0B3}" type="sibTrans" cxnId="{DCD29559-0BBA-4C76-8AD6-47BA11D687CE}">
      <dgm:prSet/>
      <dgm:spPr/>
      <dgm:t>
        <a:bodyPr/>
        <a:lstStyle/>
        <a:p>
          <a:endParaRPr lang="en-US"/>
        </a:p>
      </dgm:t>
    </dgm:pt>
    <dgm:pt modelId="{36928B3A-564B-4279-B791-557E9DD4B1F2}" type="pres">
      <dgm:prSet presAssocID="{C65A72E2-63A5-49A6-9E53-F37E70EFEE0A}" presName="diagram" presStyleCnt="0">
        <dgm:presLayoutVars>
          <dgm:dir/>
          <dgm:resizeHandles val="exact"/>
        </dgm:presLayoutVars>
      </dgm:prSet>
      <dgm:spPr/>
    </dgm:pt>
    <dgm:pt modelId="{582FBECE-29E5-4217-A3B8-EB7C235F0536}" type="pres">
      <dgm:prSet presAssocID="{F2559D8A-865D-4265-BEA2-4D8741507758}" presName="node" presStyleLbl="node1" presStyleIdx="0" presStyleCnt="4" custScaleX="91905">
        <dgm:presLayoutVars>
          <dgm:bulletEnabled val="1"/>
        </dgm:presLayoutVars>
      </dgm:prSet>
      <dgm:spPr>
        <a:prstGeom prst="roundRect">
          <a:avLst/>
        </a:prstGeom>
      </dgm:spPr>
    </dgm:pt>
    <dgm:pt modelId="{38EA216C-39EC-4F04-9093-EE4014DBBCF4}" type="pres">
      <dgm:prSet presAssocID="{B7E65AC6-3073-45CC-BD8F-75DFD0DE7DCA}" presName="sibTrans" presStyleCnt="0"/>
      <dgm:spPr/>
    </dgm:pt>
    <dgm:pt modelId="{DBF09966-9DF0-4B99-9863-24516F5A9895}" type="pres">
      <dgm:prSet presAssocID="{8180AAA1-CC89-4C25-BE60-ED2C388D671B}" presName="node" presStyleLbl="node1" presStyleIdx="1" presStyleCnt="4" custScaleX="91905">
        <dgm:presLayoutVars>
          <dgm:bulletEnabled val="1"/>
        </dgm:presLayoutVars>
      </dgm:prSet>
      <dgm:spPr>
        <a:prstGeom prst="roundRect">
          <a:avLst/>
        </a:prstGeom>
      </dgm:spPr>
    </dgm:pt>
    <dgm:pt modelId="{A63D2B84-7695-4ABD-A236-EEF7218C0E81}" type="pres">
      <dgm:prSet presAssocID="{786C77A8-2C8D-4DA9-9F84-F8B3C7554065}" presName="sibTrans" presStyleCnt="0"/>
      <dgm:spPr/>
    </dgm:pt>
    <dgm:pt modelId="{652F92AC-0AE7-4B3C-A86E-54C171FF5039}" type="pres">
      <dgm:prSet presAssocID="{F7744471-B359-4753-BE49-7728CD2D9753}" presName="node" presStyleLbl="node1" presStyleIdx="2" presStyleCnt="4" custScaleX="91905">
        <dgm:presLayoutVars>
          <dgm:bulletEnabled val="1"/>
        </dgm:presLayoutVars>
      </dgm:prSet>
      <dgm:spPr>
        <a:prstGeom prst="roundRect">
          <a:avLst/>
        </a:prstGeom>
      </dgm:spPr>
    </dgm:pt>
    <dgm:pt modelId="{FDD34273-885E-42C3-BBB7-22E042595FAA}" type="pres">
      <dgm:prSet presAssocID="{60BAFC5B-76A3-4D8A-804B-A77EAFD7CC5A}" presName="sibTrans" presStyleCnt="0"/>
      <dgm:spPr/>
    </dgm:pt>
    <dgm:pt modelId="{6B30B88F-7CFD-4449-8DCE-0A7B9DF454EC}" type="pres">
      <dgm:prSet presAssocID="{5E513739-B31D-4966-9DBB-F167287E8DDA}" presName="node" presStyleLbl="node1" presStyleIdx="3" presStyleCnt="4" custScaleX="91905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938D3F2D-5DC0-4BF8-BB49-4E184BA36F40}" type="presOf" srcId="{5E513739-B31D-4966-9DBB-F167287E8DDA}" destId="{6B30B88F-7CFD-4449-8DCE-0A7B9DF454EC}" srcOrd="0" destOrd="0" presId="urn:microsoft.com/office/officeart/2005/8/layout/default"/>
    <dgm:cxn modelId="{DCD29559-0BBA-4C76-8AD6-47BA11D687CE}" srcId="{C65A72E2-63A5-49A6-9E53-F37E70EFEE0A}" destId="{5E513739-B31D-4966-9DBB-F167287E8DDA}" srcOrd="3" destOrd="0" parTransId="{82358E6A-AEAD-4F7B-847D-06235DACA938}" sibTransId="{21DA9A71-E4AC-4EF0-B7E6-116F4642D0B3}"/>
    <dgm:cxn modelId="{50825E5A-595F-455F-A963-E9E5BE3C5F3E}" srcId="{C65A72E2-63A5-49A6-9E53-F37E70EFEE0A}" destId="{8180AAA1-CC89-4C25-BE60-ED2C388D671B}" srcOrd="1" destOrd="0" parTransId="{0B1F85BD-6167-43D6-969C-C781DD29BB31}" sibTransId="{786C77A8-2C8D-4DA9-9F84-F8B3C7554065}"/>
    <dgm:cxn modelId="{58E3C682-38C7-49A2-86DE-FEB08BBAFD8B}" srcId="{C65A72E2-63A5-49A6-9E53-F37E70EFEE0A}" destId="{F2559D8A-865D-4265-BEA2-4D8741507758}" srcOrd="0" destOrd="0" parTransId="{45CE25B1-8295-4AA1-86D4-5A4BCB4BDA46}" sibTransId="{B7E65AC6-3073-45CC-BD8F-75DFD0DE7DCA}"/>
    <dgm:cxn modelId="{42B51690-9B00-4372-97BD-F91A6CF8D56F}" type="presOf" srcId="{F2559D8A-865D-4265-BEA2-4D8741507758}" destId="{582FBECE-29E5-4217-A3B8-EB7C235F0536}" srcOrd="0" destOrd="0" presId="urn:microsoft.com/office/officeart/2005/8/layout/default"/>
    <dgm:cxn modelId="{D1306193-CF7F-4F3A-83B1-47F3131AE313}" type="presOf" srcId="{F7744471-B359-4753-BE49-7728CD2D9753}" destId="{652F92AC-0AE7-4B3C-A86E-54C171FF5039}" srcOrd="0" destOrd="0" presId="urn:microsoft.com/office/officeart/2005/8/layout/default"/>
    <dgm:cxn modelId="{7C8FEFBD-07C0-49FE-AEDA-DF24DFF45539}" type="presOf" srcId="{C65A72E2-63A5-49A6-9E53-F37E70EFEE0A}" destId="{36928B3A-564B-4279-B791-557E9DD4B1F2}" srcOrd="0" destOrd="0" presId="urn:microsoft.com/office/officeart/2005/8/layout/default"/>
    <dgm:cxn modelId="{8031D5C9-72A1-4976-B675-A3734CE12DFF}" type="presOf" srcId="{8180AAA1-CC89-4C25-BE60-ED2C388D671B}" destId="{DBF09966-9DF0-4B99-9863-24516F5A9895}" srcOrd="0" destOrd="0" presId="urn:microsoft.com/office/officeart/2005/8/layout/default"/>
    <dgm:cxn modelId="{C36727E0-997C-4A66-9E84-400D705503F2}" srcId="{C65A72E2-63A5-49A6-9E53-F37E70EFEE0A}" destId="{F7744471-B359-4753-BE49-7728CD2D9753}" srcOrd="2" destOrd="0" parTransId="{C3A8DC56-9CE0-4B4D-B691-4465DA9389B0}" sibTransId="{60BAFC5B-76A3-4D8A-804B-A77EAFD7CC5A}"/>
    <dgm:cxn modelId="{0CF7A466-A682-41D5-A2AA-719D774E957E}" type="presParOf" srcId="{36928B3A-564B-4279-B791-557E9DD4B1F2}" destId="{582FBECE-29E5-4217-A3B8-EB7C235F0536}" srcOrd="0" destOrd="0" presId="urn:microsoft.com/office/officeart/2005/8/layout/default"/>
    <dgm:cxn modelId="{BE53DBFF-035A-439C-BCE8-1BFCD213F148}" type="presParOf" srcId="{36928B3A-564B-4279-B791-557E9DD4B1F2}" destId="{38EA216C-39EC-4F04-9093-EE4014DBBCF4}" srcOrd="1" destOrd="0" presId="urn:microsoft.com/office/officeart/2005/8/layout/default"/>
    <dgm:cxn modelId="{1375474D-EFEB-466A-B9D3-628777D30679}" type="presParOf" srcId="{36928B3A-564B-4279-B791-557E9DD4B1F2}" destId="{DBF09966-9DF0-4B99-9863-24516F5A9895}" srcOrd="2" destOrd="0" presId="urn:microsoft.com/office/officeart/2005/8/layout/default"/>
    <dgm:cxn modelId="{1C38AF80-A991-4A4F-86B8-8A1B30A09398}" type="presParOf" srcId="{36928B3A-564B-4279-B791-557E9DD4B1F2}" destId="{A63D2B84-7695-4ABD-A236-EEF7218C0E81}" srcOrd="3" destOrd="0" presId="urn:microsoft.com/office/officeart/2005/8/layout/default"/>
    <dgm:cxn modelId="{ECDD9DDA-DFDA-4613-9BF7-47316BF6A51A}" type="presParOf" srcId="{36928B3A-564B-4279-B791-557E9DD4B1F2}" destId="{652F92AC-0AE7-4B3C-A86E-54C171FF5039}" srcOrd="4" destOrd="0" presId="urn:microsoft.com/office/officeart/2005/8/layout/default"/>
    <dgm:cxn modelId="{D43300AF-7B0C-4FAC-8895-83E0485161BD}" type="presParOf" srcId="{36928B3A-564B-4279-B791-557E9DD4B1F2}" destId="{FDD34273-885E-42C3-BBB7-22E042595FAA}" srcOrd="5" destOrd="0" presId="urn:microsoft.com/office/officeart/2005/8/layout/default"/>
    <dgm:cxn modelId="{0CC432EF-BFCA-418C-8A9C-C364C85E5F1B}" type="presParOf" srcId="{36928B3A-564B-4279-B791-557E9DD4B1F2}" destId="{6B30B88F-7CFD-4449-8DCE-0A7B9DF454EC}" srcOrd="6" destOrd="0" presId="urn:microsoft.com/office/officeart/2005/8/layout/default"/>
  </dgm:cxnLst>
  <dgm:bg>
    <a:effectLst/>
  </dgm:bg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90F2B9-5760-4C30-8A77-8EF1B0E51A80}">
      <dsp:nvSpPr>
        <dsp:cNvPr id="0" name=""/>
        <dsp:cNvSpPr/>
      </dsp:nvSpPr>
      <dsp:spPr>
        <a:xfrm>
          <a:off x="0" y="439906"/>
          <a:ext cx="1633986" cy="351939"/>
        </a:xfrm>
        <a:prstGeom prst="roundRect">
          <a:avLst/>
        </a:prstGeom>
        <a:solidFill>
          <a:srgbClr val="EEF5FC"/>
        </a:solidFill>
        <a:ln w="190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</a:rPr>
            <a:t>a tree</a:t>
          </a:r>
          <a:endParaRPr lang="en-US" sz="1400" kern="1200" dirty="0">
            <a:solidFill>
              <a:schemeClr val="tx1"/>
            </a:solidFill>
          </a:endParaRPr>
        </a:p>
      </dsp:txBody>
      <dsp:txXfrm>
        <a:off x="17180" y="457086"/>
        <a:ext cx="1599626" cy="317579"/>
      </dsp:txXfrm>
    </dsp:sp>
    <dsp:sp modelId="{5F12B469-7914-4ABA-840A-913282CE5FC3}">
      <dsp:nvSpPr>
        <dsp:cNvPr id="0" name=""/>
        <dsp:cNvSpPr/>
      </dsp:nvSpPr>
      <dsp:spPr>
        <a:xfrm rot="18308501">
          <a:off x="1528886" y="387643"/>
          <a:ext cx="495287" cy="51453"/>
        </a:xfrm>
        <a:custGeom>
          <a:avLst/>
          <a:gdLst/>
          <a:ahLst/>
          <a:cxnLst/>
          <a:rect l="0" t="0" r="0" b="0"/>
          <a:pathLst>
            <a:path>
              <a:moveTo>
                <a:pt x="0" y="25726"/>
              </a:moveTo>
              <a:lnTo>
                <a:pt x="495287" y="25726"/>
              </a:lnTo>
            </a:path>
          </a:pathLst>
        </a:custGeom>
        <a:noFill/>
        <a:ln w="28575" cap="flat" cmpd="sng" algn="ctr">
          <a:solidFill>
            <a:schemeClr val="accent5"/>
          </a:solidFill>
          <a:prstDash val="solid"/>
          <a:miter lim="800000"/>
          <a:headEnd type="none" w="med" len="med"/>
          <a:tailEnd type="triangle" w="lg" len="lg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764148" y="400988"/>
        <a:ext cx="24764" cy="24764"/>
      </dsp:txXfrm>
    </dsp:sp>
    <dsp:sp modelId="{2D139C1E-E7AF-43C4-B230-41F302D1A1F8}">
      <dsp:nvSpPr>
        <dsp:cNvPr id="0" name=""/>
        <dsp:cNvSpPr/>
      </dsp:nvSpPr>
      <dsp:spPr>
        <a:xfrm>
          <a:off x="1919074" y="34894"/>
          <a:ext cx="3734827" cy="351939"/>
        </a:xfrm>
        <a:prstGeom prst="roundRect">
          <a:avLst/>
        </a:prstGeom>
        <a:solidFill>
          <a:srgbClr val="EEF5FC"/>
        </a:solidFill>
        <a:ln w="190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of</a:t>
          </a:r>
        </a:p>
      </dsp:txBody>
      <dsp:txXfrm>
        <a:off x="1936254" y="52074"/>
        <a:ext cx="3700467" cy="317579"/>
      </dsp:txXfrm>
    </dsp:sp>
    <dsp:sp modelId="{3772ED64-091A-4142-88FE-4E941AFAA2A1}">
      <dsp:nvSpPr>
        <dsp:cNvPr id="0" name=""/>
        <dsp:cNvSpPr/>
      </dsp:nvSpPr>
      <dsp:spPr>
        <a:xfrm rot="21596605">
          <a:off x="1633986" y="590008"/>
          <a:ext cx="285088" cy="51453"/>
        </a:xfrm>
        <a:custGeom>
          <a:avLst/>
          <a:gdLst/>
          <a:ahLst/>
          <a:cxnLst/>
          <a:rect l="0" t="0" r="0" b="0"/>
          <a:pathLst>
            <a:path>
              <a:moveTo>
                <a:pt x="0" y="25726"/>
              </a:moveTo>
              <a:lnTo>
                <a:pt x="285088" y="25726"/>
              </a:lnTo>
            </a:path>
          </a:pathLst>
        </a:custGeom>
        <a:noFill/>
        <a:ln w="28575" cap="flat" cmpd="sng" algn="ctr">
          <a:solidFill>
            <a:schemeClr val="accent5"/>
          </a:solidFill>
          <a:prstDash val="solid"/>
          <a:miter lim="800000"/>
          <a:headEnd type="none" w="med" len="med"/>
          <a:tailEnd type="triangle" w="lg" len="lg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769403" y="608608"/>
        <a:ext cx="14254" cy="14254"/>
      </dsp:txXfrm>
    </dsp:sp>
    <dsp:sp modelId="{834CD1DE-2D6C-4F11-9B45-7CB794A8541E}">
      <dsp:nvSpPr>
        <dsp:cNvPr id="0" name=""/>
        <dsp:cNvSpPr/>
      </dsp:nvSpPr>
      <dsp:spPr>
        <a:xfrm>
          <a:off x="1919074" y="439625"/>
          <a:ext cx="3734827" cy="351939"/>
        </a:xfrm>
        <a:prstGeom prst="roundRect">
          <a:avLst/>
        </a:prstGeom>
        <a:solidFill>
          <a:srgbClr val="EEF5FC"/>
        </a:solidFill>
        <a:ln w="190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relations</a:t>
          </a:r>
        </a:p>
      </dsp:txBody>
      <dsp:txXfrm>
        <a:off x="1936254" y="456805"/>
        <a:ext cx="3700467" cy="317579"/>
      </dsp:txXfrm>
    </dsp:sp>
    <dsp:sp modelId="{497348AC-5B53-4C00-A2EA-2D93A06C732B}">
      <dsp:nvSpPr>
        <dsp:cNvPr id="0" name=""/>
        <dsp:cNvSpPr/>
      </dsp:nvSpPr>
      <dsp:spPr>
        <a:xfrm rot="3289247">
          <a:off x="1529116" y="792374"/>
          <a:ext cx="494827" cy="51453"/>
        </a:xfrm>
        <a:custGeom>
          <a:avLst/>
          <a:gdLst/>
          <a:ahLst/>
          <a:cxnLst/>
          <a:rect l="0" t="0" r="0" b="0"/>
          <a:pathLst>
            <a:path>
              <a:moveTo>
                <a:pt x="0" y="25726"/>
              </a:moveTo>
              <a:lnTo>
                <a:pt x="494827" y="25726"/>
              </a:lnTo>
            </a:path>
          </a:pathLst>
        </a:custGeom>
        <a:noFill/>
        <a:ln w="28575" cap="flat" cmpd="sng" algn="ctr">
          <a:solidFill>
            <a:schemeClr val="accent5"/>
          </a:solidFill>
          <a:prstDash val="solid"/>
          <a:miter lim="800000"/>
          <a:tailEnd type="triangle" w="lg" len="lg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764159" y="805730"/>
        <a:ext cx="24741" cy="24741"/>
      </dsp:txXfrm>
    </dsp:sp>
    <dsp:sp modelId="{FFC00012-3B31-4E71-BB1C-854C72E53CF8}">
      <dsp:nvSpPr>
        <dsp:cNvPr id="0" name=""/>
        <dsp:cNvSpPr/>
      </dsp:nvSpPr>
      <dsp:spPr>
        <a:xfrm>
          <a:off x="1919074" y="844355"/>
          <a:ext cx="3734827" cy="351939"/>
        </a:xfrm>
        <a:prstGeom prst="roundRect">
          <a:avLst>
            <a:gd name="adj" fmla="val 10000"/>
          </a:avLst>
        </a:prstGeom>
        <a:solidFill>
          <a:srgbClr val="EEF5FC"/>
        </a:solidFill>
        <a:ln w="190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…</a:t>
          </a:r>
        </a:p>
      </dsp:txBody>
      <dsp:txXfrm>
        <a:off x="1929382" y="854663"/>
        <a:ext cx="3714211" cy="33132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2FBECE-29E5-4217-A3B8-EB7C235F0536}">
      <dsp:nvSpPr>
        <dsp:cNvPr id="0" name=""/>
        <dsp:cNvSpPr/>
      </dsp:nvSpPr>
      <dsp:spPr>
        <a:xfrm>
          <a:off x="342" y="9640"/>
          <a:ext cx="1260001" cy="82258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Factor 1</a:t>
          </a:r>
        </a:p>
      </dsp:txBody>
      <dsp:txXfrm>
        <a:off x="40497" y="49795"/>
        <a:ext cx="1179691" cy="742279"/>
      </dsp:txXfrm>
    </dsp:sp>
    <dsp:sp modelId="{DBF09966-9DF0-4B99-9863-24516F5A9895}">
      <dsp:nvSpPr>
        <dsp:cNvPr id="0" name=""/>
        <dsp:cNvSpPr/>
      </dsp:nvSpPr>
      <dsp:spPr>
        <a:xfrm>
          <a:off x="1397441" y="9640"/>
          <a:ext cx="1260001" cy="82258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Factor 2</a:t>
          </a:r>
        </a:p>
      </dsp:txBody>
      <dsp:txXfrm>
        <a:off x="1437596" y="49795"/>
        <a:ext cx="1179691" cy="742279"/>
      </dsp:txXfrm>
    </dsp:sp>
    <dsp:sp modelId="{652F92AC-0AE7-4B3C-A86E-54C171FF5039}">
      <dsp:nvSpPr>
        <dsp:cNvPr id="0" name=""/>
        <dsp:cNvSpPr/>
      </dsp:nvSpPr>
      <dsp:spPr>
        <a:xfrm>
          <a:off x="2794541" y="9640"/>
          <a:ext cx="1260001" cy="82258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Factor 3</a:t>
          </a:r>
        </a:p>
      </dsp:txBody>
      <dsp:txXfrm>
        <a:off x="2834696" y="49795"/>
        <a:ext cx="1179691" cy="742279"/>
      </dsp:txXfrm>
    </dsp:sp>
    <dsp:sp modelId="{6B30B88F-7CFD-4449-8DCE-0A7B9DF454EC}">
      <dsp:nvSpPr>
        <dsp:cNvPr id="0" name=""/>
        <dsp:cNvSpPr/>
      </dsp:nvSpPr>
      <dsp:spPr>
        <a:xfrm>
          <a:off x="4191640" y="9640"/>
          <a:ext cx="1260001" cy="82258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Factor 4</a:t>
          </a:r>
        </a:p>
      </dsp:txBody>
      <dsp:txXfrm>
        <a:off x="4231795" y="49795"/>
        <a:ext cx="1179691" cy="74227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2FBECE-29E5-4217-A3B8-EB7C235F0536}">
      <dsp:nvSpPr>
        <dsp:cNvPr id="0" name=""/>
        <dsp:cNvSpPr/>
      </dsp:nvSpPr>
      <dsp:spPr>
        <a:xfrm>
          <a:off x="342" y="9640"/>
          <a:ext cx="1260001" cy="822589"/>
        </a:xfrm>
        <a:prstGeom prst="roundRect">
          <a:avLst/>
        </a:prstGeom>
        <a:solidFill>
          <a:srgbClr val="EEF5FC"/>
        </a:solidFill>
        <a:ln w="12700">
          <a:solidFill>
            <a:schemeClr val="accent5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</a:rPr>
            <a:t>Factor 1</a:t>
          </a:r>
        </a:p>
      </dsp:txBody>
      <dsp:txXfrm>
        <a:off x="40497" y="49795"/>
        <a:ext cx="1179691" cy="742279"/>
      </dsp:txXfrm>
    </dsp:sp>
    <dsp:sp modelId="{DBF09966-9DF0-4B99-9863-24516F5A9895}">
      <dsp:nvSpPr>
        <dsp:cNvPr id="0" name=""/>
        <dsp:cNvSpPr/>
      </dsp:nvSpPr>
      <dsp:spPr>
        <a:xfrm>
          <a:off x="1397441" y="9640"/>
          <a:ext cx="1260001" cy="822589"/>
        </a:xfrm>
        <a:prstGeom prst="roundRect">
          <a:avLst/>
        </a:prstGeom>
        <a:solidFill>
          <a:srgbClr val="EEF5FC"/>
        </a:solidFill>
        <a:ln w="12700">
          <a:solidFill>
            <a:schemeClr val="accent5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</a:rPr>
            <a:t>Factor 2</a:t>
          </a:r>
        </a:p>
      </dsp:txBody>
      <dsp:txXfrm>
        <a:off x="1437596" y="49795"/>
        <a:ext cx="1179691" cy="742279"/>
      </dsp:txXfrm>
    </dsp:sp>
    <dsp:sp modelId="{652F92AC-0AE7-4B3C-A86E-54C171FF5039}">
      <dsp:nvSpPr>
        <dsp:cNvPr id="0" name=""/>
        <dsp:cNvSpPr/>
      </dsp:nvSpPr>
      <dsp:spPr>
        <a:xfrm>
          <a:off x="2794541" y="9640"/>
          <a:ext cx="1260001" cy="822589"/>
        </a:xfrm>
        <a:prstGeom prst="roundRect">
          <a:avLst/>
        </a:prstGeom>
        <a:solidFill>
          <a:srgbClr val="EEF5FC"/>
        </a:solidFill>
        <a:ln w="12700">
          <a:solidFill>
            <a:schemeClr val="accent5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</a:rPr>
            <a:t>Factor 3</a:t>
          </a:r>
        </a:p>
      </dsp:txBody>
      <dsp:txXfrm>
        <a:off x="2834696" y="49795"/>
        <a:ext cx="1179691" cy="742279"/>
      </dsp:txXfrm>
    </dsp:sp>
    <dsp:sp modelId="{6B30B88F-7CFD-4449-8DCE-0A7B9DF454EC}">
      <dsp:nvSpPr>
        <dsp:cNvPr id="0" name=""/>
        <dsp:cNvSpPr/>
      </dsp:nvSpPr>
      <dsp:spPr>
        <a:xfrm>
          <a:off x="4191640" y="9640"/>
          <a:ext cx="1260001" cy="822589"/>
        </a:xfrm>
        <a:prstGeom prst="roundRect">
          <a:avLst/>
        </a:prstGeom>
        <a:solidFill>
          <a:srgbClr val="EEF5FC"/>
        </a:solidFill>
        <a:ln w="12700">
          <a:solidFill>
            <a:schemeClr val="accent5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</a:rPr>
            <a:t>Factor 4</a:t>
          </a:r>
        </a:p>
      </dsp:txBody>
      <dsp:txXfrm>
        <a:off x="4231795" y="49795"/>
        <a:ext cx="1179691" cy="7422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696608-D6FB-40CA-B381-4625C43420D9}" type="datetimeFigureOut">
              <a:rPr lang="it-IT" smtClean="0"/>
              <a:t>22/03/2025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EB0439-DD55-42CD-B095-ABE0B0ACEF6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64325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esentation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 hasCustomPrompt="1"/>
          </p:nvPr>
        </p:nvSpPr>
        <p:spPr>
          <a:xfrm>
            <a:off x="955589" y="2394858"/>
            <a:ext cx="10306723" cy="2065384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600">
                <a:solidFill>
                  <a:schemeClr val="accent5"/>
                </a:solidFill>
              </a:defRPr>
            </a:lvl1pPr>
          </a:lstStyle>
          <a:p>
            <a:r>
              <a:rPr lang="en-GB" noProof="0" dirty="0"/>
              <a:t>#Presentation title Presentation title Presentation title Presentation title Presentation title Presentation title #</a:t>
            </a:r>
          </a:p>
        </p:txBody>
      </p:sp>
      <p:sp>
        <p:nvSpPr>
          <p:cNvPr id="29" name="Segnaposto testo 28"/>
          <p:cNvSpPr>
            <a:spLocks noGrp="1"/>
          </p:cNvSpPr>
          <p:nvPr>
            <p:ph type="body" sz="quarter" idx="11" hasCustomPrompt="1"/>
          </p:nvPr>
        </p:nvSpPr>
        <p:spPr>
          <a:xfrm>
            <a:off x="955589" y="4701841"/>
            <a:ext cx="10306723" cy="1406587"/>
          </a:xfrm>
        </p:spPr>
        <p:txBody>
          <a:bodyPr numCol="1" anchor="ctr">
            <a:noAutofit/>
          </a:bodyPr>
          <a:lstStyle>
            <a:lvl1pPr marL="0" indent="0" algn="ctr">
              <a:lnSpc>
                <a:spcPct val="114000"/>
              </a:lnSpc>
              <a:buNone/>
              <a:defRPr sz="2000" i="0" baseline="0">
                <a:solidFill>
                  <a:schemeClr val="accent5"/>
                </a:solidFill>
                <a:latin typeface="+mn-lt"/>
              </a:defRPr>
            </a:lvl1pPr>
          </a:lstStyle>
          <a:p>
            <a:pPr lvl="0"/>
            <a:r>
              <a:rPr lang="en-GB" noProof="0" dirty="0"/>
              <a:t>#Name Surname, Name Surname# </a:t>
            </a:r>
            <a:br>
              <a:rPr lang="en-GB" noProof="0" dirty="0"/>
            </a:br>
            <a:r>
              <a:rPr lang="en-GB" noProof="0" dirty="0"/>
              <a:t>#Name Surname, Name Surname#</a:t>
            </a:r>
          </a:p>
          <a:p>
            <a:pPr lvl="0"/>
            <a:r>
              <a:rPr lang="en-GB" noProof="0" dirty="0"/>
              <a:t>#name.surname@domain.com#</a:t>
            </a:r>
          </a:p>
        </p:txBody>
      </p:sp>
      <p:sp>
        <p:nvSpPr>
          <p:cNvPr id="7" name="Rettangolo 6"/>
          <p:cNvSpPr/>
          <p:nvPr userDrawn="1"/>
        </p:nvSpPr>
        <p:spPr>
          <a:xfrm flipV="1">
            <a:off x="0" y="6772361"/>
            <a:ext cx="12192000" cy="86438"/>
          </a:xfrm>
          <a:prstGeom prst="rect">
            <a:avLst/>
          </a:prstGeom>
          <a:gradFill flip="none" rotWithShape="1">
            <a:gsLst>
              <a:gs pos="100000">
                <a:schemeClr val="accent5">
                  <a:lumMod val="50000"/>
                </a:schemeClr>
              </a:gs>
              <a:gs pos="1000">
                <a:schemeClr val="accent5"/>
              </a:gs>
            </a:gsLst>
            <a:lin ang="1800000" scaled="0"/>
            <a:tileRect/>
          </a:gradFill>
          <a:ln>
            <a:noFill/>
          </a:ln>
          <a:effectLst>
            <a:outerShdw blurRad="50800" dist="38100" dir="162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sp>
        <p:nvSpPr>
          <p:cNvPr id="8" name="Rettangolo 7"/>
          <p:cNvSpPr/>
          <p:nvPr userDrawn="1"/>
        </p:nvSpPr>
        <p:spPr>
          <a:xfrm flipV="1">
            <a:off x="-1" y="-3114"/>
            <a:ext cx="12192000" cy="86438"/>
          </a:xfrm>
          <a:prstGeom prst="rect">
            <a:avLst/>
          </a:prstGeom>
          <a:gradFill flip="none" rotWithShape="1">
            <a:gsLst>
              <a:gs pos="100000">
                <a:schemeClr val="accent5">
                  <a:lumMod val="50000"/>
                </a:schemeClr>
              </a:gs>
              <a:gs pos="1000">
                <a:schemeClr val="accent5"/>
              </a:gs>
            </a:gsLst>
            <a:lin ang="180000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cxnSp>
        <p:nvCxnSpPr>
          <p:cNvPr id="9" name="Connettore diritto 8"/>
          <p:cNvCxnSpPr/>
          <p:nvPr userDrawn="1"/>
        </p:nvCxnSpPr>
        <p:spPr>
          <a:xfrm flipH="1">
            <a:off x="955589" y="2392582"/>
            <a:ext cx="10306723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egnaposto testo 28"/>
          <p:cNvSpPr>
            <a:spLocks noGrp="1"/>
          </p:cNvSpPr>
          <p:nvPr>
            <p:ph type="body" sz="quarter" idx="13" hasCustomPrompt="1"/>
          </p:nvPr>
        </p:nvSpPr>
        <p:spPr>
          <a:xfrm>
            <a:off x="955589" y="6217921"/>
            <a:ext cx="10306723" cy="426719"/>
          </a:xfrm>
        </p:spPr>
        <p:txBody>
          <a:bodyPr numCol="1" anchor="ctr">
            <a:noAutofit/>
          </a:bodyPr>
          <a:lstStyle>
            <a:lvl1pPr marL="0" indent="0" algn="ctr">
              <a:lnSpc>
                <a:spcPct val="114000"/>
              </a:lnSpc>
              <a:buNone/>
              <a:defRPr sz="2000" i="0" baseline="0">
                <a:solidFill>
                  <a:schemeClr val="accent5">
                    <a:lumMod val="40000"/>
                    <a:lumOff val="6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GB" noProof="0" dirty="0"/>
              <a:t>#Event, Date#</a:t>
            </a:r>
          </a:p>
        </p:txBody>
      </p:sp>
      <p:sp>
        <p:nvSpPr>
          <p:cNvPr id="10" name="Segnaposto testo 28"/>
          <p:cNvSpPr>
            <a:spLocks noGrp="1"/>
          </p:cNvSpPr>
          <p:nvPr>
            <p:ph type="body" sz="quarter" idx="14" hasCustomPrompt="1"/>
          </p:nvPr>
        </p:nvSpPr>
        <p:spPr>
          <a:xfrm>
            <a:off x="955589" y="388620"/>
            <a:ext cx="10306723" cy="1660071"/>
          </a:xfrm>
        </p:spPr>
        <p:txBody>
          <a:bodyPr numCol="1" anchor="ctr">
            <a:noAutofit/>
          </a:bodyPr>
          <a:lstStyle>
            <a:lvl1pPr marL="0" indent="0" algn="ctr">
              <a:lnSpc>
                <a:spcPct val="114000"/>
              </a:lnSpc>
              <a:buNone/>
              <a:defRPr sz="2000" i="0" baseline="0">
                <a:solidFill>
                  <a:schemeClr val="accent5">
                    <a:lumMod val="40000"/>
                    <a:lumOff val="60000"/>
                  </a:schemeClr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noProof="0" dirty="0"/>
              <a:t>#Logos and organizations#			#Logos and organizations#</a:t>
            </a:r>
            <a:br>
              <a:rPr lang="en-GB" noProof="0" dirty="0"/>
            </a:br>
            <a:r>
              <a:rPr lang="en-GB" noProof="0" dirty="0"/>
              <a:t>#Logos and organizations#			#Logos and organizations#</a:t>
            </a:r>
            <a:br>
              <a:rPr lang="en-GB" noProof="0" dirty="0"/>
            </a:br>
            <a:r>
              <a:rPr lang="en-GB" noProof="0" dirty="0"/>
              <a:t>#Logos and organizations#			#Logos and organizations#</a:t>
            </a:r>
            <a:br>
              <a:rPr lang="en-GB" noProof="0" dirty="0"/>
            </a:br>
            <a:r>
              <a:rPr lang="en-GB" noProof="0" dirty="0"/>
              <a:t>#Logos and organizations#			#Logos and organizations#</a:t>
            </a:r>
          </a:p>
        </p:txBody>
      </p:sp>
      <p:sp>
        <p:nvSpPr>
          <p:cNvPr id="5" name="CasellaDiTesto 4"/>
          <p:cNvSpPr txBox="1"/>
          <p:nvPr userDrawn="1"/>
        </p:nvSpPr>
        <p:spPr>
          <a:xfrm>
            <a:off x="5753351" y="4242793"/>
            <a:ext cx="71120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it-IT" sz="2000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+mn-lt"/>
                <a:cs typeface="Times New Roman" panose="02020603050405020304" pitchFamily="18" charset="0"/>
              </a:rPr>
              <a:t>by</a:t>
            </a:r>
            <a:endParaRPr lang="en-GB" sz="2000" i="1" dirty="0" err="1">
              <a:solidFill>
                <a:schemeClr val="accent5">
                  <a:lumMod val="40000"/>
                  <a:lumOff val="60000"/>
                </a:schemeClr>
              </a:solidFill>
              <a:latin typeface="+mn-lt"/>
              <a:cs typeface="Times New Roman" panose="02020603050405020304" pitchFamily="18" charset="0"/>
            </a:endParaRPr>
          </a:p>
        </p:txBody>
      </p:sp>
      <p:cxnSp>
        <p:nvCxnSpPr>
          <p:cNvPr id="15" name="Connettore diritto 14"/>
          <p:cNvCxnSpPr/>
          <p:nvPr userDrawn="1"/>
        </p:nvCxnSpPr>
        <p:spPr>
          <a:xfrm flipH="1">
            <a:off x="953050" y="4465819"/>
            <a:ext cx="4797761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diritto 16"/>
          <p:cNvCxnSpPr/>
          <p:nvPr userDrawn="1"/>
        </p:nvCxnSpPr>
        <p:spPr>
          <a:xfrm flipH="1">
            <a:off x="6464552" y="4465819"/>
            <a:ext cx="4797761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4959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">
    <p:bg>
      <p:bgPr>
        <a:gradFill>
          <a:gsLst>
            <a:gs pos="100000">
              <a:schemeClr val="accent5">
                <a:lumMod val="50000"/>
              </a:schemeClr>
            </a:gs>
            <a:gs pos="1000">
              <a:schemeClr val="accent5"/>
            </a:gs>
          </a:gsLst>
          <a:lin ang="1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testo 7"/>
          <p:cNvSpPr>
            <a:spLocks noGrp="1"/>
          </p:cNvSpPr>
          <p:nvPr>
            <p:ph type="body" sz="quarter" idx="10" hasCustomPrompt="1"/>
          </p:nvPr>
        </p:nvSpPr>
        <p:spPr>
          <a:xfrm>
            <a:off x="2226733" y="2751449"/>
            <a:ext cx="1662675" cy="1345845"/>
          </a:xfrm>
        </p:spPr>
        <p:txBody>
          <a:bodyPr anchor="t">
            <a:noAutofit/>
          </a:bodyPr>
          <a:lstStyle>
            <a:lvl1pPr marL="0" indent="0" algn="r">
              <a:buNone/>
              <a:defRPr sz="9600" b="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it-IT" dirty="0"/>
              <a:t>88</a:t>
            </a:r>
            <a:endParaRPr lang="en-US" dirty="0"/>
          </a:p>
        </p:txBody>
      </p:sp>
      <p:sp>
        <p:nvSpPr>
          <p:cNvPr id="2" name="Titolo 1"/>
          <p:cNvSpPr>
            <a:spLocks noGrp="1"/>
          </p:cNvSpPr>
          <p:nvPr>
            <p:ph type="ctrTitle" hasCustomPrompt="1"/>
          </p:nvPr>
        </p:nvSpPr>
        <p:spPr>
          <a:xfrm>
            <a:off x="4808153" y="2799075"/>
            <a:ext cx="6456747" cy="1298219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#Section title#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808153" y="4306888"/>
            <a:ext cx="6456747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i="1">
                <a:solidFill>
                  <a:schemeClr val="bg1"/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noProof="0" dirty="0"/>
              <a:t>#Subtitle#</a:t>
            </a:r>
          </a:p>
        </p:txBody>
      </p:sp>
      <p:cxnSp>
        <p:nvCxnSpPr>
          <p:cNvPr id="5" name="Connettore diritto 4"/>
          <p:cNvCxnSpPr/>
          <p:nvPr userDrawn="1"/>
        </p:nvCxnSpPr>
        <p:spPr>
          <a:xfrm>
            <a:off x="4352142" y="2609850"/>
            <a:ext cx="0" cy="1619250"/>
          </a:xfrm>
          <a:prstGeom prst="line">
            <a:avLst/>
          </a:prstGeom>
          <a:ln w="762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62449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without number">
    <p:bg>
      <p:bgPr>
        <a:gradFill>
          <a:gsLst>
            <a:gs pos="100000">
              <a:schemeClr val="accent5">
                <a:lumMod val="50000"/>
              </a:schemeClr>
            </a:gs>
            <a:gs pos="1000">
              <a:schemeClr val="accent5"/>
            </a:gs>
          </a:gsLst>
          <a:lin ang="1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 hasCustomPrompt="1"/>
          </p:nvPr>
        </p:nvSpPr>
        <p:spPr>
          <a:xfrm>
            <a:off x="2867627" y="2799075"/>
            <a:ext cx="6456747" cy="1298219"/>
          </a:xfrm>
        </p:spPr>
        <p:txBody>
          <a:bodyPr anchor="ctr">
            <a:normAutofit/>
          </a:bodyPr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#Section title#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2867627" y="4306888"/>
            <a:ext cx="6456747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 i="1">
                <a:solidFill>
                  <a:schemeClr val="bg1"/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noProof="0" dirty="0"/>
              <a:t>#Subtitle#</a:t>
            </a:r>
          </a:p>
        </p:txBody>
      </p:sp>
    </p:spTree>
    <p:extLst>
      <p:ext uri="{BB962C8B-B14F-4D97-AF65-F5344CB8AC3E}">
        <p14:creationId xmlns:p14="http://schemas.microsoft.com/office/powerpoint/2010/main" val="15801674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bsection">
    <p:bg>
      <p:bgPr>
        <a:gradFill>
          <a:gsLst>
            <a:gs pos="100000">
              <a:srgbClr val="F0F0F0"/>
            </a:gs>
            <a:gs pos="1000">
              <a:schemeClr val="bg1"/>
            </a:gs>
          </a:gsLst>
          <a:lin ang="1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testo 7"/>
          <p:cNvSpPr>
            <a:spLocks noGrp="1"/>
          </p:cNvSpPr>
          <p:nvPr>
            <p:ph type="body" sz="quarter" idx="10" hasCustomPrompt="1"/>
          </p:nvPr>
        </p:nvSpPr>
        <p:spPr>
          <a:xfrm>
            <a:off x="2493077" y="2609850"/>
            <a:ext cx="1583494" cy="1619249"/>
          </a:xfrm>
        </p:spPr>
        <p:txBody>
          <a:bodyPr anchor="ctr">
            <a:noAutofit/>
          </a:bodyPr>
          <a:lstStyle>
            <a:lvl1pPr marL="0" indent="0" algn="r">
              <a:buNone/>
              <a:defRPr sz="6600" b="0">
                <a:solidFill>
                  <a:schemeClr val="accent5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it-IT" dirty="0"/>
              <a:t>8.8</a:t>
            </a:r>
            <a:endParaRPr lang="en-US" dirty="0"/>
          </a:p>
        </p:txBody>
      </p:sp>
      <p:sp>
        <p:nvSpPr>
          <p:cNvPr id="2" name="Titolo 1"/>
          <p:cNvSpPr>
            <a:spLocks noGrp="1"/>
          </p:cNvSpPr>
          <p:nvPr>
            <p:ph type="ctrTitle" hasCustomPrompt="1"/>
          </p:nvPr>
        </p:nvSpPr>
        <p:spPr>
          <a:xfrm>
            <a:off x="4808153" y="2799075"/>
            <a:ext cx="6456747" cy="1298219"/>
          </a:xfrm>
        </p:spPr>
        <p:txBody>
          <a:bodyPr anchor="ctr">
            <a:normAutofit/>
          </a:bodyPr>
          <a:lstStyle>
            <a:lvl1pPr algn="l">
              <a:defRPr sz="3200">
                <a:solidFill>
                  <a:schemeClr val="accent5"/>
                </a:solidFill>
              </a:defRPr>
            </a:lvl1pPr>
          </a:lstStyle>
          <a:p>
            <a:r>
              <a:rPr lang="en-GB" noProof="0" dirty="0"/>
              <a:t>#Subsection title#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808153" y="4306888"/>
            <a:ext cx="6456747" cy="1655762"/>
          </a:xfrm>
        </p:spPr>
        <p:txBody>
          <a:bodyPr>
            <a:normAutofit/>
          </a:bodyPr>
          <a:lstStyle>
            <a:lvl1pPr marL="0" indent="0" algn="l">
              <a:buNone/>
              <a:defRPr sz="1600" i="1">
                <a:solidFill>
                  <a:schemeClr val="accent5"/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noProof="0" dirty="0"/>
              <a:t>#Subtitle#</a:t>
            </a:r>
          </a:p>
        </p:txBody>
      </p:sp>
      <p:cxnSp>
        <p:nvCxnSpPr>
          <p:cNvPr id="5" name="Connettore diritto 4"/>
          <p:cNvCxnSpPr/>
          <p:nvPr userDrawn="1"/>
        </p:nvCxnSpPr>
        <p:spPr>
          <a:xfrm>
            <a:off x="4442879" y="2609850"/>
            <a:ext cx="0" cy="161925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1109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section without number">
    <p:bg>
      <p:bgPr>
        <a:gradFill>
          <a:gsLst>
            <a:gs pos="100000">
              <a:srgbClr val="F0F0F0"/>
            </a:gs>
            <a:gs pos="1000">
              <a:schemeClr val="bg1"/>
            </a:gs>
          </a:gsLst>
          <a:lin ang="1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 hasCustomPrompt="1"/>
          </p:nvPr>
        </p:nvSpPr>
        <p:spPr>
          <a:xfrm>
            <a:off x="2867627" y="2799075"/>
            <a:ext cx="6456747" cy="1298219"/>
          </a:xfrm>
        </p:spPr>
        <p:txBody>
          <a:bodyPr anchor="ctr">
            <a:normAutofit/>
          </a:bodyPr>
          <a:lstStyle>
            <a:lvl1pPr algn="ctr">
              <a:defRPr sz="3200">
                <a:solidFill>
                  <a:schemeClr val="accent5"/>
                </a:solidFill>
              </a:defRPr>
            </a:lvl1pPr>
          </a:lstStyle>
          <a:p>
            <a:r>
              <a:rPr lang="en-GB" noProof="0" dirty="0"/>
              <a:t>#Subsection title#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2867627" y="4306888"/>
            <a:ext cx="6456747" cy="1655762"/>
          </a:xfrm>
        </p:spPr>
        <p:txBody>
          <a:bodyPr>
            <a:normAutofit/>
          </a:bodyPr>
          <a:lstStyle>
            <a:lvl1pPr marL="0" indent="0" algn="ctr">
              <a:buNone/>
              <a:defRPr sz="1600" i="1">
                <a:solidFill>
                  <a:schemeClr val="accent5"/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noProof="0" dirty="0"/>
              <a:t>#Subtitle#</a:t>
            </a:r>
          </a:p>
        </p:txBody>
      </p:sp>
    </p:spTree>
    <p:extLst>
      <p:ext uri="{BB962C8B-B14F-4D97-AF65-F5344CB8AC3E}">
        <p14:creationId xmlns:p14="http://schemas.microsoft.com/office/powerpoint/2010/main" val="20650013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C7794748-214C-4855-AA31-3411B2FB4301}"/>
              </a:ext>
            </a:extLst>
          </p:cNvPr>
          <p:cNvSpPr/>
          <p:nvPr userDrawn="1"/>
        </p:nvSpPr>
        <p:spPr>
          <a:xfrm flipV="1">
            <a:off x="0" y="1"/>
            <a:ext cx="12192000" cy="759947"/>
          </a:xfrm>
          <a:prstGeom prst="rect">
            <a:avLst/>
          </a:prstGeom>
          <a:gradFill flip="none" rotWithShape="1">
            <a:gsLst>
              <a:gs pos="100000">
                <a:schemeClr val="accent5">
                  <a:lumMod val="50000"/>
                </a:schemeClr>
              </a:gs>
              <a:gs pos="0">
                <a:schemeClr val="accent5"/>
              </a:gs>
            </a:gsLst>
            <a:lin ang="180000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 dirty="0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0BE531AC-8D5B-47BF-A834-DD191A1E3604}"/>
              </a:ext>
            </a:extLst>
          </p:cNvPr>
          <p:cNvSpPr/>
          <p:nvPr userDrawn="1"/>
        </p:nvSpPr>
        <p:spPr>
          <a:xfrm flipV="1">
            <a:off x="0" y="6772361"/>
            <a:ext cx="12192000" cy="86438"/>
          </a:xfrm>
          <a:prstGeom prst="rect">
            <a:avLst/>
          </a:prstGeom>
          <a:gradFill flip="none" rotWithShape="1">
            <a:gsLst>
              <a:gs pos="100000">
                <a:schemeClr val="accent5">
                  <a:lumMod val="50000"/>
                </a:schemeClr>
              </a:gs>
              <a:gs pos="1000">
                <a:schemeClr val="accent5"/>
              </a:gs>
            </a:gsLst>
            <a:lin ang="1800000" scaled="0"/>
            <a:tileRect/>
          </a:gradFill>
          <a:ln>
            <a:noFill/>
          </a:ln>
          <a:effectLst>
            <a:outerShdw blurRad="50800" dist="38100" dir="162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sp>
        <p:nvSpPr>
          <p:cNvPr id="9" name="Segnaposto contenuto 2">
            <a:extLst>
              <a:ext uri="{FF2B5EF4-FFF2-40B4-BE49-F238E27FC236}">
                <a16:creationId xmlns:a16="http://schemas.microsoft.com/office/drawing/2014/main" id="{1DD0CBC1-146B-4B4F-96F7-7E9165983F3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17500" y="1070700"/>
            <a:ext cx="11557000" cy="5496214"/>
          </a:xfrm>
        </p:spPr>
        <p:txBody>
          <a:bodyPr anchor="t">
            <a:noAutofit/>
          </a:bodyPr>
          <a:lstStyle>
            <a:lvl1pPr marL="288000" indent="-2880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Tx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648000" indent="-2880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defRPr sz="2000">
                <a:solidFill>
                  <a:schemeClr val="tx1"/>
                </a:solidFill>
                <a:latin typeface="+mn-lt"/>
              </a:defRPr>
            </a:lvl2pPr>
            <a:lvl3pPr marL="1008000" indent="-288000">
              <a:lnSpc>
                <a:spcPct val="114000"/>
              </a:lnSpc>
              <a:spcBef>
                <a:spcPts val="0"/>
              </a:spcBef>
              <a:buClrTx/>
              <a:defRPr sz="1800">
                <a:solidFill>
                  <a:schemeClr val="tx1"/>
                </a:solidFill>
                <a:latin typeface="+mn-lt"/>
              </a:defRPr>
            </a:lvl3pPr>
            <a:lvl4pPr marL="1368000" indent="-288000">
              <a:lnSpc>
                <a:spcPct val="114000"/>
              </a:lnSpc>
              <a:spcBef>
                <a:spcPts val="0"/>
              </a:spcBef>
              <a:buClrTx/>
              <a:defRPr sz="1800">
                <a:solidFill>
                  <a:schemeClr val="tx1"/>
                </a:solidFill>
                <a:latin typeface="+mn-lt"/>
              </a:defRPr>
            </a:lvl4pPr>
            <a:lvl5pPr marL="1728000" indent="-288000">
              <a:lnSpc>
                <a:spcPct val="114000"/>
              </a:lnSpc>
              <a:spcBef>
                <a:spcPts val="0"/>
              </a:spcBef>
              <a:buClrTx/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GB" noProof="0" dirty="0"/>
              <a:t>#Click here to insert text#</a:t>
            </a:r>
          </a:p>
          <a:p>
            <a:pPr lvl="1"/>
            <a:r>
              <a:rPr lang="en-GB" noProof="0" dirty="0"/>
              <a:t>#Second level#</a:t>
            </a:r>
          </a:p>
          <a:p>
            <a:pPr lvl="2"/>
            <a:r>
              <a:rPr lang="en-GB" noProof="0" dirty="0"/>
              <a:t>#Third level#</a:t>
            </a:r>
          </a:p>
          <a:p>
            <a:pPr lvl="3"/>
            <a:r>
              <a:rPr lang="en-GB" noProof="0" dirty="0"/>
              <a:t>#Fourth level#</a:t>
            </a:r>
          </a:p>
          <a:p>
            <a:pPr lvl="4"/>
            <a:r>
              <a:rPr lang="en-GB" noProof="0" dirty="0"/>
              <a:t>#Fifth level#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DB3B55EE-A55E-491F-9845-B8C066D7FC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4840" y="68680"/>
            <a:ext cx="10241210" cy="648689"/>
          </a:xfrm>
          <a:noFill/>
        </p:spPr>
        <p:txBody>
          <a:bodyPr>
            <a:normAutofit/>
          </a:bodyPr>
          <a:lstStyle>
            <a:lvl1pPr algn="l">
              <a:defRPr sz="3400" b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GB" noProof="0" dirty="0"/>
              <a:t>#Slide Title#</a:t>
            </a:r>
          </a:p>
        </p:txBody>
      </p:sp>
      <p:sp>
        <p:nvSpPr>
          <p:cNvPr id="11" name="Segnaposto numero diapositiva 5">
            <a:extLst>
              <a:ext uri="{FF2B5EF4-FFF2-40B4-BE49-F238E27FC236}">
                <a16:creationId xmlns:a16="http://schemas.microsoft.com/office/drawing/2014/main" id="{41D042B6-AE95-44DF-85A8-659D2B203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7748" y="189375"/>
            <a:ext cx="981075" cy="365125"/>
          </a:xfrm>
        </p:spPr>
        <p:txBody>
          <a:bodyPr/>
          <a:lstStyle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fld id="{4EB0C3B9-95C7-4B9D-9BF8-7100344743C3}" type="slidenum">
              <a:rPr lang="it-IT" smtClean="0"/>
              <a:pPr/>
              <a:t>‹#›</a:t>
            </a:fld>
            <a:endParaRPr lang="it-IT" dirty="0"/>
          </a:p>
        </p:txBody>
      </p: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8E65D307-C6EF-4FA4-BB8C-3659EC3D5C90}"/>
              </a:ext>
            </a:extLst>
          </p:cNvPr>
          <p:cNvCxnSpPr/>
          <p:nvPr userDrawn="1"/>
        </p:nvCxnSpPr>
        <p:spPr>
          <a:xfrm>
            <a:off x="11207749" y="78205"/>
            <a:ext cx="0" cy="57902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3735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Dou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C7794748-214C-4855-AA31-3411B2FB4301}"/>
              </a:ext>
            </a:extLst>
          </p:cNvPr>
          <p:cNvSpPr/>
          <p:nvPr userDrawn="1"/>
        </p:nvSpPr>
        <p:spPr>
          <a:xfrm flipV="1">
            <a:off x="0" y="1"/>
            <a:ext cx="12192000" cy="759947"/>
          </a:xfrm>
          <a:prstGeom prst="rect">
            <a:avLst/>
          </a:prstGeom>
          <a:gradFill flip="none" rotWithShape="1">
            <a:gsLst>
              <a:gs pos="100000">
                <a:schemeClr val="accent5">
                  <a:lumMod val="50000"/>
                </a:schemeClr>
              </a:gs>
              <a:gs pos="0">
                <a:schemeClr val="accent5"/>
              </a:gs>
            </a:gsLst>
            <a:lin ang="180000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0BE531AC-8D5B-47BF-A834-DD191A1E3604}"/>
              </a:ext>
            </a:extLst>
          </p:cNvPr>
          <p:cNvSpPr/>
          <p:nvPr userDrawn="1"/>
        </p:nvSpPr>
        <p:spPr>
          <a:xfrm flipV="1">
            <a:off x="0" y="6772361"/>
            <a:ext cx="12192000" cy="86438"/>
          </a:xfrm>
          <a:prstGeom prst="rect">
            <a:avLst/>
          </a:prstGeom>
          <a:gradFill flip="none" rotWithShape="1">
            <a:gsLst>
              <a:gs pos="100000">
                <a:schemeClr val="accent5">
                  <a:lumMod val="50000"/>
                </a:schemeClr>
              </a:gs>
              <a:gs pos="1000">
                <a:schemeClr val="accent5"/>
              </a:gs>
            </a:gsLst>
            <a:lin ang="1800000" scaled="0"/>
            <a:tileRect/>
          </a:gradFill>
          <a:ln>
            <a:noFill/>
          </a:ln>
          <a:effectLst>
            <a:outerShdw blurRad="50800" dist="38100" dir="162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DB3B55EE-A55E-491F-9845-B8C066D7FC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4800" y="68680"/>
            <a:ext cx="10242000" cy="648689"/>
          </a:xfrm>
          <a:noFill/>
        </p:spPr>
        <p:txBody>
          <a:bodyPr>
            <a:normAutofit/>
          </a:bodyPr>
          <a:lstStyle>
            <a:lvl1pPr algn="l">
              <a:defRPr sz="3400" b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GB" noProof="0" dirty="0"/>
              <a:t>#Slide Title#</a:t>
            </a:r>
          </a:p>
        </p:txBody>
      </p:sp>
      <p:sp>
        <p:nvSpPr>
          <p:cNvPr id="11" name="Segnaposto numero diapositiva 5">
            <a:extLst>
              <a:ext uri="{FF2B5EF4-FFF2-40B4-BE49-F238E27FC236}">
                <a16:creationId xmlns:a16="http://schemas.microsoft.com/office/drawing/2014/main" id="{41D042B6-AE95-44DF-85A8-659D2B203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7748" y="189375"/>
            <a:ext cx="981075" cy="365125"/>
          </a:xfrm>
        </p:spPr>
        <p:txBody>
          <a:bodyPr/>
          <a:lstStyle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fld id="{4EB0C3B9-95C7-4B9D-9BF8-7100344743C3}" type="slidenum">
              <a:rPr lang="it-IT" smtClean="0"/>
              <a:pPr/>
              <a:t>‹#›</a:t>
            </a:fld>
            <a:endParaRPr lang="it-IT" dirty="0"/>
          </a:p>
        </p:txBody>
      </p: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8E65D307-C6EF-4FA4-BB8C-3659EC3D5C90}"/>
              </a:ext>
            </a:extLst>
          </p:cNvPr>
          <p:cNvCxnSpPr/>
          <p:nvPr userDrawn="1"/>
        </p:nvCxnSpPr>
        <p:spPr>
          <a:xfrm>
            <a:off x="11207749" y="78205"/>
            <a:ext cx="0" cy="57902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egnaposto contenuto 2">
            <a:extLst>
              <a:ext uri="{FF2B5EF4-FFF2-40B4-BE49-F238E27FC236}">
                <a16:creationId xmlns:a16="http://schemas.microsoft.com/office/drawing/2014/main" id="{5D022D86-C3CB-136A-40F2-B3D12F5F7D7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18075" y="1070700"/>
            <a:ext cx="5544000" cy="5381858"/>
          </a:xfrm>
        </p:spPr>
        <p:txBody>
          <a:bodyPr anchor="t">
            <a:noAutofit/>
          </a:bodyPr>
          <a:lstStyle>
            <a:lvl1pPr marL="288000" indent="-2880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648000" indent="-2880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defRPr sz="2000">
                <a:solidFill>
                  <a:schemeClr val="tx1"/>
                </a:solidFill>
                <a:latin typeface="+mn-lt"/>
              </a:defRPr>
            </a:lvl2pPr>
            <a:lvl3pPr marL="1008000" indent="-288000">
              <a:lnSpc>
                <a:spcPct val="114000"/>
              </a:lnSpc>
              <a:spcBef>
                <a:spcPts val="0"/>
              </a:spcBef>
              <a:buClr>
                <a:schemeClr val="tx1"/>
              </a:buClr>
              <a:defRPr sz="1800">
                <a:solidFill>
                  <a:schemeClr val="tx1"/>
                </a:solidFill>
                <a:latin typeface="+mn-lt"/>
              </a:defRPr>
            </a:lvl3pPr>
            <a:lvl4pPr marL="1368000" indent="-288000">
              <a:lnSpc>
                <a:spcPct val="114000"/>
              </a:lnSpc>
              <a:spcBef>
                <a:spcPts val="0"/>
              </a:spcBef>
              <a:buClr>
                <a:schemeClr val="tx1"/>
              </a:buClr>
              <a:defRPr sz="1800">
                <a:solidFill>
                  <a:schemeClr val="tx1"/>
                </a:solidFill>
                <a:latin typeface="+mn-lt"/>
              </a:defRPr>
            </a:lvl4pPr>
            <a:lvl5pPr marL="1728000" indent="-288000">
              <a:lnSpc>
                <a:spcPct val="114000"/>
              </a:lnSpc>
              <a:spcBef>
                <a:spcPts val="0"/>
              </a:spcBef>
              <a:buClr>
                <a:schemeClr val="tx1"/>
              </a:buClr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GB" noProof="0" dirty="0"/>
              <a:t>#Click here to insert text#</a:t>
            </a:r>
          </a:p>
          <a:p>
            <a:pPr lvl="1"/>
            <a:r>
              <a:rPr lang="en-GB" noProof="0" dirty="0"/>
              <a:t>#Second level#</a:t>
            </a:r>
          </a:p>
          <a:p>
            <a:pPr lvl="2"/>
            <a:r>
              <a:rPr lang="en-GB" noProof="0" dirty="0"/>
              <a:t>#Third level#</a:t>
            </a:r>
          </a:p>
          <a:p>
            <a:pPr lvl="3"/>
            <a:r>
              <a:rPr lang="en-GB" noProof="0" dirty="0"/>
              <a:t>#Fourth level#</a:t>
            </a:r>
          </a:p>
          <a:p>
            <a:pPr lvl="4"/>
            <a:r>
              <a:rPr lang="en-GB" noProof="0" dirty="0"/>
              <a:t>#Fifth level#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3D89CB6-8AB7-5E98-0AB5-DD0D2808CC32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070700"/>
            <a:ext cx="0" cy="5381858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820C6A3A-E859-A0CE-58EC-B4F0684C48A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329926" y="1070700"/>
            <a:ext cx="5543997" cy="5381858"/>
          </a:xfrm>
        </p:spPr>
        <p:txBody>
          <a:bodyPr anchor="t">
            <a:noAutofit/>
          </a:bodyPr>
          <a:lstStyle>
            <a:lvl1pPr marL="288000" indent="-2880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648000" indent="-2880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defRPr sz="2000">
                <a:solidFill>
                  <a:schemeClr val="tx1"/>
                </a:solidFill>
                <a:latin typeface="+mn-lt"/>
              </a:defRPr>
            </a:lvl2pPr>
            <a:lvl3pPr marL="1008000" indent="-288000">
              <a:lnSpc>
                <a:spcPct val="114000"/>
              </a:lnSpc>
              <a:spcBef>
                <a:spcPts val="0"/>
              </a:spcBef>
              <a:buClr>
                <a:schemeClr val="tx1"/>
              </a:buClr>
              <a:defRPr sz="1800">
                <a:solidFill>
                  <a:schemeClr val="tx1"/>
                </a:solidFill>
                <a:latin typeface="+mn-lt"/>
              </a:defRPr>
            </a:lvl3pPr>
            <a:lvl4pPr marL="1368000" indent="-288000">
              <a:lnSpc>
                <a:spcPct val="114000"/>
              </a:lnSpc>
              <a:spcBef>
                <a:spcPts val="0"/>
              </a:spcBef>
              <a:buClr>
                <a:schemeClr val="tx1"/>
              </a:buClr>
              <a:defRPr sz="1800">
                <a:solidFill>
                  <a:schemeClr val="tx1"/>
                </a:solidFill>
                <a:latin typeface="+mn-lt"/>
              </a:defRPr>
            </a:lvl4pPr>
            <a:lvl5pPr marL="1728000" indent="-288000">
              <a:lnSpc>
                <a:spcPct val="114000"/>
              </a:lnSpc>
              <a:spcBef>
                <a:spcPts val="0"/>
              </a:spcBef>
              <a:buClr>
                <a:schemeClr val="tx1"/>
              </a:buClr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GB" noProof="0" dirty="0"/>
              <a:t>#Click here to insert text#</a:t>
            </a:r>
          </a:p>
          <a:p>
            <a:pPr lvl="1"/>
            <a:r>
              <a:rPr lang="en-GB" noProof="0" dirty="0"/>
              <a:t>#Second level#</a:t>
            </a:r>
          </a:p>
          <a:p>
            <a:pPr lvl="2"/>
            <a:r>
              <a:rPr lang="en-GB" noProof="0" dirty="0"/>
              <a:t>#Third level#</a:t>
            </a:r>
          </a:p>
          <a:p>
            <a:pPr lvl="3"/>
            <a:r>
              <a:rPr lang="en-GB" noProof="0" dirty="0"/>
              <a:t>#Fourth level#</a:t>
            </a:r>
          </a:p>
          <a:p>
            <a:pPr lvl="4"/>
            <a:r>
              <a:rPr lang="en-GB" noProof="0" dirty="0"/>
              <a:t>#Fifth level#</a:t>
            </a:r>
          </a:p>
        </p:txBody>
      </p:sp>
    </p:spTree>
    <p:extLst>
      <p:ext uri="{BB962C8B-B14F-4D97-AF65-F5344CB8AC3E}">
        <p14:creationId xmlns:p14="http://schemas.microsoft.com/office/powerpoint/2010/main" val="2474417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utline or 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 hasCustomPrompt="1"/>
          </p:nvPr>
        </p:nvSpPr>
        <p:spPr>
          <a:xfrm>
            <a:off x="317500" y="1070700"/>
            <a:ext cx="11557000" cy="5496214"/>
          </a:xfrm>
        </p:spPr>
        <p:txBody>
          <a:bodyPr anchor="t">
            <a:noAutofit/>
          </a:bodyPr>
          <a:lstStyle>
            <a:lvl1pPr marL="288000" indent="-2880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Tx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648000" indent="-2880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defRPr sz="2000">
                <a:solidFill>
                  <a:schemeClr val="tx1"/>
                </a:solidFill>
                <a:latin typeface="+mn-lt"/>
              </a:defRPr>
            </a:lvl2pPr>
            <a:lvl3pPr marL="1008000" indent="-288000">
              <a:lnSpc>
                <a:spcPct val="114000"/>
              </a:lnSpc>
              <a:spcBef>
                <a:spcPts val="0"/>
              </a:spcBef>
              <a:buClrTx/>
              <a:defRPr sz="1800">
                <a:solidFill>
                  <a:schemeClr val="tx1"/>
                </a:solidFill>
                <a:latin typeface="+mn-lt"/>
              </a:defRPr>
            </a:lvl3pPr>
            <a:lvl4pPr marL="1368000" indent="-288000">
              <a:lnSpc>
                <a:spcPct val="114000"/>
              </a:lnSpc>
              <a:spcBef>
                <a:spcPts val="0"/>
              </a:spcBef>
              <a:buClrTx/>
              <a:defRPr sz="1800">
                <a:solidFill>
                  <a:schemeClr val="tx1"/>
                </a:solidFill>
                <a:latin typeface="+mn-lt"/>
              </a:defRPr>
            </a:lvl4pPr>
            <a:lvl5pPr marL="1728000" indent="-288000">
              <a:lnSpc>
                <a:spcPct val="114000"/>
              </a:lnSpc>
              <a:spcBef>
                <a:spcPts val="0"/>
              </a:spcBef>
              <a:buClrTx/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GB" noProof="0" dirty="0"/>
              <a:t>#Click here to insert text#</a:t>
            </a:r>
          </a:p>
          <a:p>
            <a:pPr lvl="1"/>
            <a:r>
              <a:rPr lang="en-GB" noProof="0" dirty="0"/>
              <a:t>#Second level#</a:t>
            </a:r>
          </a:p>
          <a:p>
            <a:pPr lvl="2"/>
            <a:r>
              <a:rPr lang="en-GB" noProof="0" dirty="0"/>
              <a:t>#Third level#</a:t>
            </a:r>
          </a:p>
          <a:p>
            <a:pPr lvl="3"/>
            <a:r>
              <a:rPr lang="en-GB" noProof="0" dirty="0"/>
              <a:t>#Fourth level#</a:t>
            </a:r>
          </a:p>
          <a:p>
            <a:pPr lvl="4"/>
            <a:r>
              <a:rPr lang="en-GB" noProof="0" dirty="0"/>
              <a:t>#Fifth level#</a:t>
            </a:r>
          </a:p>
        </p:txBody>
      </p:sp>
      <p:sp>
        <p:nvSpPr>
          <p:cNvPr id="13" name="Rettangolo 12"/>
          <p:cNvSpPr/>
          <p:nvPr userDrawn="1"/>
        </p:nvSpPr>
        <p:spPr>
          <a:xfrm flipV="1">
            <a:off x="0" y="1"/>
            <a:ext cx="12192000" cy="759947"/>
          </a:xfrm>
          <a:prstGeom prst="rect">
            <a:avLst/>
          </a:prstGeom>
          <a:gradFill flip="none" rotWithShape="1">
            <a:gsLst>
              <a:gs pos="100000">
                <a:schemeClr val="accent5">
                  <a:lumMod val="50000"/>
                </a:schemeClr>
              </a:gs>
              <a:gs pos="0">
                <a:schemeClr val="accent5"/>
              </a:gs>
            </a:gsLst>
            <a:lin ang="180000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>
          <a:xfrm>
            <a:off x="317500" y="68681"/>
            <a:ext cx="11557001" cy="648689"/>
          </a:xfrm>
          <a:noFill/>
        </p:spPr>
        <p:txBody>
          <a:bodyPr>
            <a:normAutofit/>
          </a:bodyPr>
          <a:lstStyle>
            <a:lvl1pPr algn="ctr">
              <a:defRPr sz="3400" b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GB" noProof="0" dirty="0"/>
              <a:t>#Outline/Conclusion Title#</a:t>
            </a:r>
          </a:p>
        </p:txBody>
      </p:sp>
      <p:sp>
        <p:nvSpPr>
          <p:cNvPr id="16" name="Rettangolo 15"/>
          <p:cNvSpPr/>
          <p:nvPr userDrawn="1"/>
        </p:nvSpPr>
        <p:spPr>
          <a:xfrm flipV="1">
            <a:off x="0" y="6772361"/>
            <a:ext cx="12192000" cy="86438"/>
          </a:xfrm>
          <a:prstGeom prst="rect">
            <a:avLst/>
          </a:prstGeom>
          <a:gradFill flip="none" rotWithShape="1">
            <a:gsLst>
              <a:gs pos="100000">
                <a:schemeClr val="accent5">
                  <a:lumMod val="50000"/>
                </a:schemeClr>
              </a:gs>
              <a:gs pos="1000">
                <a:schemeClr val="accent5"/>
              </a:gs>
            </a:gsLst>
            <a:lin ang="1800000" scaled="0"/>
            <a:tileRect/>
          </a:gradFill>
          <a:ln>
            <a:noFill/>
          </a:ln>
          <a:effectLst>
            <a:outerShdw blurRad="50800" dist="38100" dir="162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</p:spTree>
    <p:extLst>
      <p:ext uri="{BB962C8B-B14F-4D97-AF65-F5344CB8AC3E}">
        <p14:creationId xmlns:p14="http://schemas.microsoft.com/office/powerpoint/2010/main" val="12074108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ferenc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 hasCustomPrompt="1"/>
          </p:nvPr>
        </p:nvSpPr>
        <p:spPr>
          <a:xfrm>
            <a:off x="317500" y="1070700"/>
            <a:ext cx="11557000" cy="5496214"/>
          </a:xfrm>
        </p:spPr>
        <p:txBody>
          <a:bodyPr anchor="t">
            <a:noAutofit/>
          </a:bodyPr>
          <a:lstStyle>
            <a:lvl1pPr marL="457200" marR="0" indent="-457200" algn="l" defTabSz="685800" rtl="0" eaLnBrk="1" fontAlgn="auto" latinLnBrk="0" hangingPunct="1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 sz="2000" i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648000" indent="-2880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defRPr sz="2000">
                <a:solidFill>
                  <a:schemeClr val="accent6"/>
                </a:solidFill>
                <a:latin typeface="+mn-lt"/>
              </a:defRPr>
            </a:lvl2pPr>
            <a:lvl3pPr marL="1008000" indent="-288000">
              <a:lnSpc>
                <a:spcPct val="114000"/>
              </a:lnSpc>
              <a:spcBef>
                <a:spcPts val="0"/>
              </a:spcBef>
              <a:buClr>
                <a:schemeClr val="accent6"/>
              </a:buClr>
              <a:defRPr sz="1800">
                <a:solidFill>
                  <a:schemeClr val="accent6"/>
                </a:solidFill>
                <a:latin typeface="+mn-lt"/>
              </a:defRPr>
            </a:lvl3pPr>
            <a:lvl4pPr marL="1368000" indent="-288000">
              <a:lnSpc>
                <a:spcPct val="114000"/>
              </a:lnSpc>
              <a:spcBef>
                <a:spcPts val="0"/>
              </a:spcBef>
              <a:buClr>
                <a:schemeClr val="accent6"/>
              </a:buClr>
              <a:defRPr sz="1600">
                <a:solidFill>
                  <a:schemeClr val="accent6"/>
                </a:solidFill>
                <a:latin typeface="+mn-lt"/>
              </a:defRPr>
            </a:lvl4pPr>
            <a:lvl5pPr marL="1728000" indent="-288000">
              <a:lnSpc>
                <a:spcPct val="114000"/>
              </a:lnSpc>
              <a:spcBef>
                <a:spcPts val="0"/>
              </a:spcBef>
              <a:buClr>
                <a:schemeClr val="accent6"/>
              </a:buClr>
              <a:defRPr sz="1600">
                <a:solidFill>
                  <a:schemeClr val="accent6"/>
                </a:solidFill>
                <a:latin typeface="+mn-lt"/>
              </a:defRPr>
            </a:lvl5pPr>
          </a:lstStyle>
          <a:p>
            <a:pPr lvl="0"/>
            <a:r>
              <a:rPr lang="en-US" noProof="0" dirty="0"/>
              <a:t>Name Surname, Name Surname and Name Surname,</a:t>
            </a:r>
            <a:br>
              <a:rPr lang="en-US" noProof="0" dirty="0"/>
            </a:br>
            <a:r>
              <a:rPr lang="en-US" noProof="0" dirty="0"/>
              <a:t>“Title”.</a:t>
            </a:r>
            <a:br>
              <a:rPr lang="en-US" noProof="0" dirty="0"/>
            </a:br>
            <a:r>
              <a:rPr lang="en-US" noProof="0" dirty="0"/>
              <a:t>Journal/Editor, #, Year.</a:t>
            </a:r>
          </a:p>
          <a:p>
            <a:pPr marL="457200" marR="0" lvl="0" indent="-457200" algn="l" defTabSz="685800" rtl="0" eaLnBrk="1" fontAlgn="auto" latinLnBrk="0" hangingPunct="1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accent6"/>
              </a:buClr>
              <a:buSzTx/>
              <a:tabLst/>
              <a:defRPr/>
            </a:pPr>
            <a:r>
              <a:rPr lang="en-US" noProof="0" dirty="0"/>
              <a:t>Name Surname, Name Surname and Name Surname,</a:t>
            </a:r>
            <a:br>
              <a:rPr lang="en-US" noProof="0" dirty="0"/>
            </a:br>
            <a:r>
              <a:rPr lang="en-US" noProof="0" dirty="0"/>
              <a:t>“Title”.</a:t>
            </a:r>
            <a:br>
              <a:rPr lang="en-US" noProof="0" dirty="0"/>
            </a:br>
            <a:r>
              <a:rPr lang="en-US" noProof="0" dirty="0"/>
              <a:t>Journal/Editor, #, Year.</a:t>
            </a:r>
          </a:p>
          <a:p>
            <a:pPr marL="457200" marR="0" lvl="0" indent="-457200" algn="l" defTabSz="685800" rtl="0" eaLnBrk="1" fontAlgn="auto" latinLnBrk="0" hangingPunct="1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accent6"/>
              </a:buClr>
              <a:buSzTx/>
              <a:tabLst/>
              <a:defRPr/>
            </a:pPr>
            <a:r>
              <a:rPr lang="en-US" noProof="0" dirty="0"/>
              <a:t>Name Surname, Name Surname and Name Surname,</a:t>
            </a:r>
            <a:br>
              <a:rPr lang="en-US" noProof="0" dirty="0"/>
            </a:br>
            <a:r>
              <a:rPr lang="en-US" noProof="0" dirty="0"/>
              <a:t>“Title”.</a:t>
            </a:r>
            <a:br>
              <a:rPr lang="en-US" noProof="0" dirty="0"/>
            </a:br>
            <a:r>
              <a:rPr lang="en-US" noProof="0" dirty="0"/>
              <a:t>Journal/Editor, #, Year.</a:t>
            </a:r>
          </a:p>
          <a:p>
            <a:pPr lvl="0"/>
            <a:endParaRPr lang="en-US" noProof="0" dirty="0"/>
          </a:p>
        </p:txBody>
      </p:sp>
      <p:sp>
        <p:nvSpPr>
          <p:cNvPr id="13" name="Rettangolo 12"/>
          <p:cNvSpPr/>
          <p:nvPr userDrawn="1"/>
        </p:nvSpPr>
        <p:spPr>
          <a:xfrm flipV="1">
            <a:off x="0" y="1"/>
            <a:ext cx="12192000" cy="759947"/>
          </a:xfrm>
          <a:prstGeom prst="rect">
            <a:avLst/>
          </a:prstGeom>
          <a:gradFill flip="none" rotWithShape="1">
            <a:gsLst>
              <a:gs pos="100000">
                <a:schemeClr val="accent5">
                  <a:lumMod val="50000"/>
                </a:schemeClr>
              </a:gs>
              <a:gs pos="0">
                <a:schemeClr val="accent5"/>
              </a:gs>
            </a:gsLst>
            <a:lin ang="180000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>
          <a:xfrm>
            <a:off x="317500" y="68681"/>
            <a:ext cx="11557001" cy="648689"/>
          </a:xfrm>
          <a:noFill/>
        </p:spPr>
        <p:txBody>
          <a:bodyPr>
            <a:normAutofit/>
          </a:bodyPr>
          <a:lstStyle>
            <a:lvl1pPr algn="ctr">
              <a:defRPr sz="3400" b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GB" noProof="0" dirty="0"/>
              <a:t>#References Title#</a:t>
            </a:r>
          </a:p>
        </p:txBody>
      </p:sp>
      <p:sp>
        <p:nvSpPr>
          <p:cNvPr id="16" name="Rettangolo 15"/>
          <p:cNvSpPr/>
          <p:nvPr userDrawn="1"/>
        </p:nvSpPr>
        <p:spPr>
          <a:xfrm flipV="1">
            <a:off x="0" y="6772361"/>
            <a:ext cx="12192000" cy="86438"/>
          </a:xfrm>
          <a:prstGeom prst="rect">
            <a:avLst/>
          </a:prstGeom>
          <a:gradFill flip="none" rotWithShape="1">
            <a:gsLst>
              <a:gs pos="100000">
                <a:schemeClr val="accent5">
                  <a:lumMod val="50000"/>
                </a:schemeClr>
              </a:gs>
              <a:gs pos="1000">
                <a:schemeClr val="accent5"/>
              </a:gs>
            </a:gsLst>
            <a:lin ang="1800000" scaled="0"/>
            <a:tileRect/>
          </a:gradFill>
          <a:ln>
            <a:noFill/>
          </a:ln>
          <a:effectLst>
            <a:outerShdw blurRad="50800" dist="38100" dir="162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</p:spTree>
    <p:extLst>
      <p:ext uri="{BB962C8B-B14F-4D97-AF65-F5344CB8AC3E}">
        <p14:creationId xmlns:p14="http://schemas.microsoft.com/office/powerpoint/2010/main" val="28060211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out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/>
          <p:cNvSpPr/>
          <p:nvPr userDrawn="1"/>
        </p:nvSpPr>
        <p:spPr>
          <a:xfrm flipV="1">
            <a:off x="0" y="6772361"/>
            <a:ext cx="12192000" cy="86438"/>
          </a:xfrm>
          <a:prstGeom prst="rect">
            <a:avLst/>
          </a:prstGeom>
          <a:gradFill flip="none" rotWithShape="1">
            <a:gsLst>
              <a:gs pos="100000">
                <a:schemeClr val="accent5">
                  <a:lumMod val="50000"/>
                </a:schemeClr>
              </a:gs>
              <a:gs pos="1000">
                <a:schemeClr val="accent5"/>
              </a:gs>
            </a:gsLst>
            <a:lin ang="1800000" scaled="0"/>
            <a:tileRect/>
          </a:gradFill>
          <a:ln>
            <a:noFill/>
          </a:ln>
          <a:effectLst>
            <a:outerShdw blurRad="50800" dist="38100" dir="162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sp>
        <p:nvSpPr>
          <p:cNvPr id="6" name="Rettangolo 5"/>
          <p:cNvSpPr/>
          <p:nvPr userDrawn="1"/>
        </p:nvSpPr>
        <p:spPr>
          <a:xfrm flipV="1">
            <a:off x="-1" y="-3114"/>
            <a:ext cx="12192000" cy="86438"/>
          </a:xfrm>
          <a:prstGeom prst="rect">
            <a:avLst/>
          </a:prstGeom>
          <a:gradFill flip="none" rotWithShape="1">
            <a:gsLst>
              <a:gs pos="100000">
                <a:schemeClr val="accent5">
                  <a:lumMod val="50000"/>
                </a:schemeClr>
              </a:gs>
              <a:gs pos="1000">
                <a:schemeClr val="accent5"/>
              </a:gs>
            </a:gsLst>
            <a:lin ang="180000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sp>
        <p:nvSpPr>
          <p:cNvPr id="9" name="Segnaposto contenuto 2"/>
          <p:cNvSpPr>
            <a:spLocks noGrp="1"/>
          </p:cNvSpPr>
          <p:nvPr>
            <p:ph idx="1" hasCustomPrompt="1"/>
          </p:nvPr>
        </p:nvSpPr>
        <p:spPr>
          <a:xfrm>
            <a:off x="317500" y="329514"/>
            <a:ext cx="11557000" cy="6237400"/>
          </a:xfrm>
        </p:spPr>
        <p:txBody>
          <a:bodyPr anchor="t">
            <a:noAutofit/>
          </a:bodyPr>
          <a:lstStyle>
            <a:lvl1pPr marL="288000" indent="-2880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Tx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648000" indent="-2880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defRPr sz="2000">
                <a:solidFill>
                  <a:schemeClr val="tx1"/>
                </a:solidFill>
                <a:latin typeface="+mn-lt"/>
              </a:defRPr>
            </a:lvl2pPr>
            <a:lvl3pPr marL="1008000" indent="-288000">
              <a:lnSpc>
                <a:spcPct val="114000"/>
              </a:lnSpc>
              <a:spcBef>
                <a:spcPts val="0"/>
              </a:spcBef>
              <a:buClrTx/>
              <a:defRPr sz="1800">
                <a:solidFill>
                  <a:schemeClr val="tx1"/>
                </a:solidFill>
                <a:latin typeface="+mn-lt"/>
              </a:defRPr>
            </a:lvl3pPr>
            <a:lvl4pPr marL="1368000" indent="-288000">
              <a:lnSpc>
                <a:spcPct val="114000"/>
              </a:lnSpc>
              <a:spcBef>
                <a:spcPts val="0"/>
              </a:spcBef>
              <a:buClrTx/>
              <a:defRPr sz="1600">
                <a:solidFill>
                  <a:schemeClr val="tx1"/>
                </a:solidFill>
                <a:latin typeface="+mn-lt"/>
              </a:defRPr>
            </a:lvl4pPr>
            <a:lvl5pPr marL="1728000" indent="-288000">
              <a:lnSpc>
                <a:spcPct val="114000"/>
              </a:lnSpc>
              <a:spcBef>
                <a:spcPts val="0"/>
              </a:spcBef>
              <a:buClrTx/>
              <a:defRPr sz="16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GB" noProof="0" dirty="0"/>
              <a:t>#Click here to insert text#</a:t>
            </a:r>
          </a:p>
          <a:p>
            <a:pPr lvl="1"/>
            <a:r>
              <a:rPr lang="en-GB" noProof="0" dirty="0"/>
              <a:t>#Second level#</a:t>
            </a:r>
          </a:p>
          <a:p>
            <a:pPr lvl="2"/>
            <a:r>
              <a:rPr lang="en-GB" noProof="0" dirty="0"/>
              <a:t>#Third level#</a:t>
            </a:r>
          </a:p>
          <a:p>
            <a:pPr lvl="3"/>
            <a:r>
              <a:rPr lang="en-GB" noProof="0" dirty="0"/>
              <a:t>#Fourth level#</a:t>
            </a:r>
          </a:p>
          <a:p>
            <a:pPr lvl="4"/>
            <a:r>
              <a:rPr lang="en-GB" noProof="0" dirty="0"/>
              <a:t>#Fifth level#</a:t>
            </a:r>
          </a:p>
        </p:txBody>
      </p:sp>
    </p:spTree>
    <p:extLst>
      <p:ext uri="{BB962C8B-B14F-4D97-AF65-F5344CB8AC3E}">
        <p14:creationId xmlns:p14="http://schemas.microsoft.com/office/powerpoint/2010/main" val="2244415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/>
          <p:cNvSpPr/>
          <p:nvPr userDrawn="1"/>
        </p:nvSpPr>
        <p:spPr>
          <a:xfrm flipV="1">
            <a:off x="0" y="6772361"/>
            <a:ext cx="12192000" cy="86438"/>
          </a:xfrm>
          <a:prstGeom prst="rect">
            <a:avLst/>
          </a:prstGeom>
          <a:gradFill flip="none" rotWithShape="1">
            <a:gsLst>
              <a:gs pos="100000">
                <a:schemeClr val="accent5">
                  <a:lumMod val="50000"/>
                </a:schemeClr>
              </a:gs>
              <a:gs pos="1000">
                <a:schemeClr val="accent5"/>
              </a:gs>
            </a:gsLst>
            <a:lin ang="1800000" scaled="0"/>
            <a:tileRect/>
          </a:gradFill>
          <a:ln>
            <a:noFill/>
          </a:ln>
          <a:effectLst>
            <a:outerShdw blurRad="50800" dist="38100" dir="162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sp>
        <p:nvSpPr>
          <p:cNvPr id="6" name="Rettangolo 5"/>
          <p:cNvSpPr/>
          <p:nvPr userDrawn="1"/>
        </p:nvSpPr>
        <p:spPr>
          <a:xfrm flipV="1">
            <a:off x="-1" y="-3114"/>
            <a:ext cx="12192000" cy="86438"/>
          </a:xfrm>
          <a:prstGeom prst="rect">
            <a:avLst/>
          </a:prstGeom>
          <a:gradFill flip="none" rotWithShape="1">
            <a:gsLst>
              <a:gs pos="100000">
                <a:schemeClr val="accent5">
                  <a:lumMod val="50000"/>
                </a:schemeClr>
              </a:gs>
              <a:gs pos="1000">
                <a:schemeClr val="accent5"/>
              </a:gs>
            </a:gsLst>
            <a:lin ang="180000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sp>
        <p:nvSpPr>
          <p:cNvPr id="3" name="Segnaposto testo 2"/>
          <p:cNvSpPr>
            <a:spLocks noGrp="1"/>
          </p:cNvSpPr>
          <p:nvPr>
            <p:ph type="body" sz="quarter" idx="16" hasCustomPrompt="1"/>
          </p:nvPr>
        </p:nvSpPr>
        <p:spPr>
          <a:xfrm>
            <a:off x="3216361" y="3335384"/>
            <a:ext cx="6165675" cy="4348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#</a:t>
            </a:r>
            <a:r>
              <a:rPr lang="it-IT" dirty="0" err="1"/>
              <a:t>Thank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for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attention</a:t>
            </a:r>
            <a:r>
              <a:rPr lang="it-IT" dirty="0"/>
              <a:t>.#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85032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B0C3B9-95C7-4B9D-9BF8-7100344743C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10932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9" r:id="rId2"/>
    <p:sldLayoutId id="2147483792" r:id="rId3"/>
    <p:sldLayoutId id="2147483790" r:id="rId4"/>
    <p:sldLayoutId id="2147483793" r:id="rId5"/>
    <p:sldLayoutId id="2147483772" r:id="rId6"/>
    <p:sldLayoutId id="2147483791" r:id="rId7"/>
    <p:sldLayoutId id="2147483784" r:id="rId8"/>
    <p:sldLayoutId id="2147483787" r:id="rId9"/>
    <p:sldLayoutId id="2147483785" r:id="rId10"/>
    <p:sldLayoutId id="214748378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rco-coraggio/scientist-s-matchbox" TargetMode="External"/><Relationship Id="rId2" Type="http://schemas.openxmlformats.org/officeDocument/2006/relationships/hyperlink" Target="https://www.marco-coraggio.com/scientist-s-matchbox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ikiwand.com/en/Mathematical_Alphanumeric_Symbols" TargetMode="Externa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400" dirty="0"/>
              <a:t>Title of the presentation</a:t>
            </a:r>
            <a:endParaRPr lang="en-US" sz="3400" noProof="0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u="sng" noProof="0" dirty="0"/>
              <a:t>Marco Coraggio</a:t>
            </a:r>
            <a:r>
              <a:rPr lang="en-US" baseline="30000" noProof="0" dirty="0"/>
              <a:t>1</a:t>
            </a:r>
            <a:r>
              <a:rPr lang="en-US" noProof="0" dirty="0"/>
              <a:t> | v1.0.3 | Part of </a:t>
            </a:r>
            <a:r>
              <a:rPr lang="en-US" noProof="0" dirty="0">
                <a:hlinkClick r:id="rId2"/>
              </a:rPr>
              <a:t>Scientist's Matchbox</a:t>
            </a:r>
            <a:endParaRPr lang="en-US" baseline="30000" noProof="0" dirty="0"/>
          </a:p>
          <a:p>
            <a:pPr marL="0" marR="0" lvl="0" indent="0" algn="ctr" defTabSz="685800" rtl="0" eaLnBrk="1" fontAlgn="auto" latinLnBrk="0" hangingPunct="1">
              <a:lnSpc>
                <a:spcPct val="114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30000" noProof="0" dirty="0">
                <a:ln>
                  <a:noFill/>
                </a:ln>
                <a:solidFill>
                  <a:srgbClr val="12467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12467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Affiliation (optional)</a:t>
            </a:r>
            <a:endParaRPr kumimoji="0" lang="en-US" sz="2000" b="0" i="1" u="none" strike="noStrike" kern="1200" cap="none" spc="0" normalizeH="0" baseline="0" noProof="0" dirty="0">
              <a:ln>
                <a:noFill/>
              </a:ln>
              <a:solidFill>
                <a:srgbClr val="12467A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Segnaposto testo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 dirty="0"/>
              <a:t>Name of the event or location, 99 Month 2099</a:t>
            </a:r>
          </a:p>
        </p:txBody>
      </p:sp>
      <p:sp>
        <p:nvSpPr>
          <p:cNvPr id="16" name="Segnaposto testo 1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>
            <a:hlinkClick r:id="rId3"/>
            <a:extLst>
              <a:ext uri="{FF2B5EF4-FFF2-40B4-BE49-F238E27FC236}">
                <a16:creationId xmlns:a16="http://schemas.microsoft.com/office/drawing/2014/main" id="{AB2AFEBC-BAD0-636C-002E-B12F0D5906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24816" y="767058"/>
            <a:ext cx="5142367" cy="90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396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317500" y="1070700"/>
            <a:ext cx="11557000" cy="5496214"/>
          </a:xfrm>
        </p:spPr>
        <p:txBody>
          <a:bodyPr anchor="ctr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dirty="0"/>
              <a:t>When possible, give the outline and/or motivation of your presentation.</a:t>
            </a:r>
            <a:br>
              <a:rPr lang="en-GB" dirty="0"/>
            </a:br>
            <a:endParaRPr lang="en-GB" dirty="0"/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Point 2.</a:t>
            </a:r>
            <a:br>
              <a:rPr lang="en-GB" dirty="0"/>
            </a:br>
            <a:endParaRPr lang="en-GB" dirty="0"/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Point 3…</a:t>
            </a:r>
          </a:p>
        </p:txBody>
      </p:sp>
      <p:sp>
        <p:nvSpPr>
          <p:cNvPr id="3" name="Titolo 2"/>
          <p:cNvSpPr>
            <a:spLocks noGrp="1"/>
          </p:cNvSpPr>
          <p:nvPr>
            <p:ph type="title"/>
          </p:nvPr>
        </p:nvSpPr>
        <p:spPr>
          <a:xfrm>
            <a:off x="317500" y="68681"/>
            <a:ext cx="11557001" cy="648689"/>
          </a:xfrm>
        </p:spPr>
        <p:txBody>
          <a:bodyPr/>
          <a:lstStyle/>
          <a:p>
            <a:r>
              <a:rPr lang="en-US" noProof="0" dirty="0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99326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2FC493B-3F55-407B-8665-FF688A883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you need to reduce text size… don't do it: it's indication that the slide has too much content.</a:t>
            </a:r>
          </a:p>
          <a:p>
            <a:r>
              <a:rPr lang="en-GB" dirty="0"/>
              <a:t>Animate the elements in the slide, </a:t>
            </a:r>
            <a:br>
              <a:rPr lang="en-GB" dirty="0"/>
            </a:br>
            <a:r>
              <a:rPr lang="en-GB" dirty="0"/>
              <a:t>to keep attention of the audience.</a:t>
            </a:r>
          </a:p>
          <a:p>
            <a:r>
              <a:rPr lang="en-GB" dirty="0"/>
              <a:t>Use few words: 1-2 lines per bullet if possible.</a:t>
            </a:r>
          </a:p>
          <a:p>
            <a:r>
              <a:rPr lang="en-GB" dirty="0"/>
              <a:t>Use </a:t>
            </a:r>
            <a:r>
              <a:rPr lang="en-GB" dirty="0">
                <a:latin typeface="Consolas" panose="020B0609020204030204" pitchFamily="49" charset="0"/>
              </a:rPr>
              <a:t>shift + enter</a:t>
            </a:r>
            <a:r>
              <a:rPr lang="en-GB" dirty="0"/>
              <a:t> to insert additional space between two bullet points.</a:t>
            </a:r>
            <a:br>
              <a:rPr lang="en-GB" dirty="0"/>
            </a:br>
            <a:br>
              <a:rPr lang="en-GB" dirty="0"/>
            </a:br>
            <a:endParaRPr lang="en-GB" dirty="0"/>
          </a:p>
          <a:p>
            <a:r>
              <a:rPr lang="en-GB" dirty="0"/>
              <a:t>You can separate text and </a:t>
            </a:r>
            <a:br>
              <a:rPr lang="en-GB" dirty="0"/>
            </a:br>
            <a:r>
              <a:rPr lang="en-GB" dirty="0"/>
              <a:t>images using a vertical line.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6116704-A2F3-969B-922E-A716FA38B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Style guidelines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454A7B-C5C0-4B94-C8BD-39A7E33C3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0C3B9-95C7-4B9D-9BF8-7100344743C3}" type="slidenum">
              <a:rPr lang="it-IT" smtClean="0"/>
              <a:pPr/>
              <a:t>3</a:t>
            </a:fld>
            <a:endParaRPr lang="it-IT" dirty="0"/>
          </a:p>
        </p:txBody>
      </p:sp>
      <p:cxnSp>
        <p:nvCxnSpPr>
          <p:cNvPr id="5" name="Connettore diritto 10">
            <a:extLst>
              <a:ext uri="{FF2B5EF4-FFF2-40B4-BE49-F238E27FC236}">
                <a16:creationId xmlns:a16="http://schemas.microsoft.com/office/drawing/2014/main" id="{79AD29CE-3F51-A202-330D-8B51A5159735}"/>
              </a:ext>
            </a:extLst>
          </p:cNvPr>
          <p:cNvCxnSpPr>
            <a:cxnSpLocks/>
          </p:cNvCxnSpPr>
          <p:nvPr/>
        </p:nvCxnSpPr>
        <p:spPr>
          <a:xfrm>
            <a:off x="5146390" y="4840255"/>
            <a:ext cx="0" cy="1657454"/>
          </a:xfrm>
          <a:prstGeom prst="line">
            <a:avLst/>
          </a:prstGeom>
          <a:ln w="1270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D1A8E1B6-4DF9-FAD3-44B8-464E6D43C3AE}"/>
              </a:ext>
            </a:extLst>
          </p:cNvPr>
          <p:cNvGrpSpPr/>
          <p:nvPr/>
        </p:nvGrpSpPr>
        <p:grpSpPr>
          <a:xfrm>
            <a:off x="5773466" y="4840255"/>
            <a:ext cx="2964106" cy="1717543"/>
            <a:chOff x="6083907" y="5163900"/>
            <a:chExt cx="2964106" cy="1717543"/>
          </a:xfrm>
        </p:grpSpPr>
        <p:pic>
          <p:nvPicPr>
            <p:cNvPr id="7" name="Picture 6" descr="Risultati immagini per pillars of creation">
              <a:extLst>
                <a:ext uri="{FF2B5EF4-FFF2-40B4-BE49-F238E27FC236}">
                  <a16:creationId xmlns:a16="http://schemas.microsoft.com/office/drawing/2014/main" id="{F4E6EA74-A8C4-FF12-5FE9-3DC2B0FD69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63652" y="5163900"/>
              <a:ext cx="2004616" cy="11263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CasellaDiTesto 5 2">
              <a:extLst>
                <a:ext uri="{FF2B5EF4-FFF2-40B4-BE49-F238E27FC236}">
                  <a16:creationId xmlns:a16="http://schemas.microsoft.com/office/drawing/2014/main" id="{9F39149E-DF2B-DB53-F5A3-850457892F13}"/>
                </a:ext>
              </a:extLst>
            </p:cNvPr>
            <p:cNvSpPr txBox="1"/>
            <p:nvPr/>
          </p:nvSpPr>
          <p:spPr>
            <a:xfrm>
              <a:off x="6083907" y="6296668"/>
              <a:ext cx="2964106" cy="584775"/>
            </a:xfrm>
            <a:prstGeom prst="rect">
              <a:avLst/>
            </a:prstGeom>
            <a:noFill/>
            <a:ln w="12700"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Images might </a:t>
              </a:r>
              <a:r>
                <a:rPr lang="en-GB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have captions.</a:t>
              </a:r>
              <a:br>
                <a:rPr lang="en-GB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</a:b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Avoid light colors like yellow.</a:t>
              </a:r>
              <a:endParaRPr lang="en-GB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6102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DEF146-5792-6A87-FD04-6C305F02F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/>
              <a:t>Math font: Times New Roman or Nimbus Roman No 9 L.</a:t>
            </a:r>
          </a:p>
          <a:p>
            <a:r>
              <a:rPr lang="en-GB" sz="2400" dirty="0"/>
              <a:t>When possible, type math as text (not LaTeX), e.g., </a:t>
            </a:r>
            <a:r>
              <a:rPr lang="en-GB" sz="2400" b="1" dirty="0">
                <a:latin typeface="Times New Roman" panose="02020603050405020304" pitchFamily="18" charset="0"/>
                <a:ea typeface="CMU Serif" panose="02000603000000000000" pitchFamily="2" charset="0"/>
                <a:cs typeface="Times New Roman" panose="02020603050405020304" pitchFamily="18" charset="0"/>
              </a:rPr>
              <a:t>x</a:t>
            </a:r>
            <a:r>
              <a:rPr lang="en-GB" sz="2400" dirty="0"/>
              <a:t>,</a:t>
            </a:r>
            <a:r>
              <a:rPr lang="en-GB" sz="2400" i="1" dirty="0">
                <a:latin typeface="NimbusRomNo9L" panose="00000500000000000000" pitchFamily="50" charset="0"/>
              </a:rPr>
              <a:t> </a:t>
            </a:r>
            <a:r>
              <a:rPr lang="en-GB" sz="2400" i="1" dirty="0">
                <a:latin typeface="Times New Roman" panose="02020603050405020304" pitchFamily="18" charset="0"/>
                <a:ea typeface="CMU Serif" panose="02000603000000000000" pitchFamily="2" charset="0"/>
                <a:cs typeface="Times New Roman" panose="02020603050405020304" pitchFamily="18" charset="0"/>
              </a:rPr>
              <a:t>u</a:t>
            </a:r>
            <a:r>
              <a:rPr lang="en-GB" sz="2400" dirty="0"/>
              <a:t>,</a:t>
            </a:r>
            <a:r>
              <a:rPr lang="en-GB" sz="2400" i="1" dirty="0">
                <a:latin typeface="NimbusRomNo9L" panose="00000500000000000000" pitchFamily="50" charset="0"/>
              </a:rPr>
              <a:t> </a:t>
            </a:r>
            <a:r>
              <a:rPr lang="en-GB" sz="2400" b="1" dirty="0">
                <a:latin typeface="Times New Roman" panose="02020603050405020304" pitchFamily="18" charset="0"/>
                <a:ea typeface="CMU Serif" panose="02000603000000000000" pitchFamily="2" charset="0"/>
                <a:cs typeface="Times New Roman" panose="02020603050405020304" pitchFamily="18" charset="0"/>
              </a:rPr>
              <a:t>A</a:t>
            </a:r>
            <a:r>
              <a:rPr lang="en-GB" sz="2400" dirty="0"/>
              <a:t>. </a:t>
            </a:r>
          </a:p>
          <a:p>
            <a:r>
              <a:rPr lang="en-GB" sz="2400" dirty="0"/>
              <a:t>When you can't, use IguanaTeX (copy-paste the following):</a:t>
            </a:r>
            <a:br>
              <a:rPr lang="en-GB" sz="2400" dirty="0"/>
            </a:br>
            <a:br>
              <a:rPr lang="en-GB" sz="2400" dirty="0"/>
            </a:br>
            <a:endParaRPr lang="en-GB" sz="2400" dirty="0"/>
          </a:p>
          <a:p>
            <a:r>
              <a:rPr lang="en-GB" sz="2400" dirty="0"/>
              <a:t>Custom shortcuts in IguanaTeX:</a:t>
            </a:r>
          </a:p>
          <a:p>
            <a:pPr lvl="1"/>
            <a:r>
              <a:rPr lang="en-GB" sz="2000" dirty="0">
                <a:latin typeface="Consolas" panose="020B0609020204030204" pitchFamily="49" charset="0"/>
              </a:rPr>
              <a:t>\R{ }</a:t>
            </a:r>
            <a:r>
              <a:rPr lang="en-GB" sz="2000" dirty="0"/>
              <a:t>: upright text;</a:t>
            </a:r>
            <a:r>
              <a:rPr lang="en-GB" dirty="0">
                <a:latin typeface="Consolas" panose="020B0609020204030204" pitchFamily="49" charset="0"/>
              </a:rPr>
              <a:t>    \B{ }</a:t>
            </a:r>
            <a:r>
              <a:rPr lang="en-GB" dirty="0"/>
              <a:t>: bold text;</a:t>
            </a:r>
            <a:r>
              <a:rPr lang="en-GB" dirty="0">
                <a:latin typeface="Consolas" panose="020B0609020204030204" pitchFamily="49" charset="0"/>
              </a:rPr>
              <a:t>    \C{ }</a:t>
            </a:r>
            <a:r>
              <a:rPr lang="en-GB" dirty="0"/>
              <a:t>: calligraphic text;</a:t>
            </a:r>
            <a:endParaRPr lang="en-GB" sz="2000" dirty="0"/>
          </a:p>
          <a:p>
            <a:pPr lvl="1"/>
            <a:r>
              <a:rPr lang="en-GB" sz="2000" dirty="0">
                <a:latin typeface="Consolas" panose="020B0609020204030204" pitchFamily="49" charset="0"/>
              </a:rPr>
              <a:t>\BB{ }</a:t>
            </a:r>
            <a:r>
              <a:rPr lang="en-GB" sz="2000" dirty="0"/>
              <a:t>: blackboard symbols;</a:t>
            </a:r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sz="2000" dirty="0">
                <a:latin typeface="Consolas" panose="020B0609020204030204" pitchFamily="49" charset="0"/>
              </a:rPr>
              <a:t>\T</a:t>
            </a:r>
            <a:r>
              <a:rPr lang="en-GB" sz="2000" dirty="0"/>
              <a:t>: transpose.</a:t>
            </a:r>
            <a:endParaRPr lang="en-GB" dirty="0"/>
          </a:p>
          <a:p>
            <a:r>
              <a:rPr lang="en-GB" dirty="0"/>
              <a:t>Symbols: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 ± × ⋅ ÷ √ ‖ ∂ ∘ ⊕ ⊗     ≠ ≈ ≜ ≡ ≤ ≥ ≪ ≫ ≺ ≻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⇒ ⇐ ⇔ → ← ⟷ ↦     ⊃ ⊂ ⊆ ⊇ ⊅ ⊄ ∋ ∈ ∌ ∉ ∪ ∩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ℕ ℤ ℚ ℝ ℂ ∅     ∀ ∃ ∄ ∨ ∧     ∑ ∫ ⋯ ∞</a:t>
            </a:r>
            <a:r>
              <a:rPr lang="en-GB" dirty="0"/>
              <a:t>    (</a:t>
            </a:r>
            <a:r>
              <a:rPr lang="en-GB" dirty="0">
                <a:hlinkClick r:id="rId3"/>
              </a:rPr>
              <a:t>more</a:t>
            </a:r>
            <a:r>
              <a:rPr lang="en-GB" dirty="0"/>
              <a:t>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FDDE946-E4F2-B6B7-2715-4219528BB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0EAF0D-1836-9BC6-8D04-525BCBF5C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0C3B9-95C7-4B9D-9BF8-7100344743C3}" type="slidenum">
              <a:rPr lang="it-IT" smtClean="0"/>
              <a:pPr/>
              <a:t>4</a:t>
            </a:fld>
            <a:endParaRPr lang="it-IT" dirty="0"/>
          </a:p>
        </p:txBody>
      </p:sp>
      <p:pic>
        <p:nvPicPr>
          <p:cNvPr id="7" name="Picture 6" descr="\documentclass{article}&#10;\usepackage{amsmath}               % math functionalities&#10;\usepackage{amssymb}               % math symbols&#10;\usepackage{mathtools}             % math functionalities&#10;\usepackage{bm}                    % bold greek letters&#10;\usepackage[svgnames]{xcolor}      % change text color&#10;\usepackage{newtxtext}&#10;\usepackage{newtxmath}&#10;\newcommand{\T}{^{\mathsf{T}}}&#10;\newcommand{\R}[1]{\mathrm{#1}}&#10;\newcommand{\ON}[1]{\operatorname{#1}}&#10;\newcommand{\B}[1]{\if#1\relax\bm{#1}\else\mathbf{#1}\fi} % bold text&#10;\renewcommand{\vec}[1]{\if#1\relax\bm{#1}\else\mathbf{#1}\fi} % vectors&#10;\newcommand{\mat}[1]{\if#1\relax\bm{#1}\else\mathbf{#1}\fi}   % matrices&#10;\newcommand{\BB}[1]{\mathbb{#1}}&#10;\newcommand{\C}[1]{\mathcal{#1}}&#10;\newcommand{\abs}[1]{\left\lvert #1 \right\rvert}&#10;\newcommand{\norm}[1]{\left\lVert #1 \right\rVert}&#10;\newcommand{\overbar}[1]{\mkern 1.5mu\overline{\mkern-1.5mu#1\mkern-1.5mu}\mkern 1.5mu}&#10;\pagestyle{empty}&#10;\begin{document}&#10;&#10;\[&#10;\dot{\B{x}} = \B{A} \B{x} + \B{B} u, \quad \B{x} \in \mathbb{R}^n, u \in \mathbb{R}.&#10;\]&#10;&#10;\end{document}" title="IguanaTex Bitmap Display">
            <a:extLst>
              <a:ext uri="{FF2B5EF4-FFF2-40B4-BE49-F238E27FC236}">
                <a16:creationId xmlns:a16="http://schemas.microsoft.com/office/drawing/2014/main" id="{8C809F46-6183-A971-401D-C230D42EDB4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3099" y="3030526"/>
            <a:ext cx="3727170" cy="275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061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8118CD-D5AA-BCF4-2028-8C4DA9EDD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Give theorems (definitions, etc.) using this box: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endParaRPr lang="en-GB" dirty="0"/>
          </a:p>
          <a:p>
            <a:r>
              <a:rPr lang="en-GB" dirty="0"/>
              <a:t>Give references like this [1]. Start from "1" in each slide.</a:t>
            </a:r>
            <a:br>
              <a:rPr lang="en-GB" dirty="0"/>
            </a:br>
            <a:r>
              <a:rPr lang="en-GB" dirty="0"/>
              <a:t>A complete reference list may be given after the conclusion.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60F71E-0A60-7A05-58F0-D8DC46A7B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Theorem box and references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5E0372-319E-0171-F6F9-CACC102C3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0C3B9-95C7-4B9D-9BF8-7100344743C3}" type="slidenum">
              <a:rPr lang="it-IT" smtClean="0"/>
              <a:pPr/>
              <a:t>5</a:t>
            </a:fld>
            <a:endParaRPr lang="it-IT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1B95511-E80A-D2FA-8238-366A0F26D421}"/>
              </a:ext>
            </a:extLst>
          </p:cNvPr>
          <p:cNvGrpSpPr/>
          <p:nvPr/>
        </p:nvGrpSpPr>
        <p:grpSpPr>
          <a:xfrm>
            <a:off x="294064" y="5860004"/>
            <a:ext cx="3553318" cy="443293"/>
            <a:chOff x="294064" y="6198709"/>
            <a:chExt cx="3553318" cy="443293"/>
          </a:xfrm>
        </p:grpSpPr>
        <p:cxnSp>
          <p:nvCxnSpPr>
            <p:cNvPr id="7" name="Connettore diritto 8">
              <a:extLst>
                <a:ext uri="{FF2B5EF4-FFF2-40B4-BE49-F238E27FC236}">
                  <a16:creationId xmlns:a16="http://schemas.microsoft.com/office/drawing/2014/main" id="{93CD7E6F-2A8B-2481-91F4-EAE4BA06E2D1}"/>
                </a:ext>
              </a:extLst>
            </p:cNvPr>
            <p:cNvCxnSpPr/>
            <p:nvPr/>
          </p:nvCxnSpPr>
          <p:spPr>
            <a:xfrm>
              <a:off x="341643" y="6198709"/>
              <a:ext cx="3505739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Immagine 9">
              <a:extLst>
                <a:ext uri="{FF2B5EF4-FFF2-40B4-BE49-F238E27FC236}">
                  <a16:creationId xmlns:a16="http://schemas.microsoft.com/office/drawing/2014/main" id="{862EA60C-80AC-4304-E819-61D43858A7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4064" y="6332504"/>
              <a:ext cx="309498" cy="309498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4E5D7735-B0F0-AD3E-76E0-8A1F0F3EC871}"/>
              </a:ext>
            </a:extLst>
          </p:cNvPr>
          <p:cNvSpPr txBox="1"/>
          <p:nvPr/>
        </p:nvSpPr>
        <p:spPr>
          <a:xfrm>
            <a:off x="680706" y="5909294"/>
            <a:ext cx="11193793" cy="80021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spcAft>
                <a:spcPts val="600"/>
              </a:spcAft>
            </a:pPr>
            <a:r>
              <a:rPr lang="en-GB" sz="1200" dirty="0"/>
              <a:t>[1] N. Surname, N. Surname, N. Surname, “Title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”, Journal/Conference, Year.</a:t>
            </a:r>
          </a:p>
          <a:p>
            <a:pPr>
              <a:spcAft>
                <a:spcPts val="600"/>
              </a:spcAft>
            </a:pPr>
            <a:r>
              <a:rPr lang="en-GB" sz="1200" dirty="0"/>
              <a:t>[2] N. Surname, N. Surname, N. Surname, “Title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”, Journal/Conference, Year.</a:t>
            </a:r>
          </a:p>
          <a:p>
            <a:pPr>
              <a:spcAft>
                <a:spcPts val="600"/>
              </a:spcAft>
            </a:pPr>
            <a:r>
              <a:rPr lang="en-GB" sz="1200"/>
              <a:t>[3] </a:t>
            </a:r>
            <a:r>
              <a:rPr lang="en-GB" sz="1200" dirty="0"/>
              <a:t>N. Surname, N. Surname, N. Surname, “Title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”, Journal/Conference, Year.</a:t>
            </a:r>
          </a:p>
        </p:txBody>
      </p:sp>
      <p:sp>
        <p:nvSpPr>
          <p:cNvPr id="5" name="Rettangolo arrotondato 5">
            <a:extLst>
              <a:ext uri="{FF2B5EF4-FFF2-40B4-BE49-F238E27FC236}">
                <a16:creationId xmlns:a16="http://schemas.microsoft.com/office/drawing/2014/main" id="{17F31963-55D9-73D7-6591-D33109B8273A}"/>
              </a:ext>
            </a:extLst>
          </p:cNvPr>
          <p:cNvSpPr/>
          <p:nvPr/>
        </p:nvSpPr>
        <p:spPr>
          <a:xfrm>
            <a:off x="317500" y="2046550"/>
            <a:ext cx="11557000" cy="1437610"/>
          </a:xfrm>
          <a:prstGeom prst="roundRect">
            <a:avLst>
              <a:gd name="adj" fmla="val 0"/>
            </a:avLst>
          </a:prstGeom>
          <a:solidFill>
            <a:schemeClr val="accent1">
              <a:lumMod val="10000"/>
              <a:lumOff val="9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bIns="108000" rtlCol="0" anchor="t">
            <a:spAutoFit/>
          </a:bodyPr>
          <a:lstStyle/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2400" b="1" dirty="0">
                <a:solidFill>
                  <a:schemeClr val="tx1"/>
                </a:solidFill>
              </a:rPr>
              <a:t>Theorem 1 (Pythagorean theorem). </a:t>
            </a:r>
            <a:br>
              <a:rPr lang="en-GB" sz="2400" b="1" dirty="0">
                <a:solidFill>
                  <a:schemeClr val="tx1"/>
                </a:solidFill>
              </a:rPr>
            </a:br>
            <a:r>
              <a:rPr lang="en-GB" sz="2400" dirty="0">
                <a:solidFill>
                  <a:schemeClr val="tx1"/>
                </a:solidFill>
              </a:rPr>
              <a:t>Let </a:t>
            </a:r>
            <a:r>
              <a:rPr lang="en-GB" sz="2400" i="1" dirty="0">
                <a:solidFill>
                  <a:schemeClr val="tx1"/>
                </a:solidFill>
                <a:latin typeface="Times New Roman" panose="02020603050405020304" pitchFamily="18" charset="0"/>
                <a:ea typeface="CMU Serif" panose="02000603000000000000" pitchFamily="2" charset="0"/>
                <a:cs typeface="Times New Roman" panose="02020603050405020304" pitchFamily="18" charset="0"/>
              </a:rPr>
              <a:t>c</a:t>
            </a:r>
            <a:r>
              <a:rPr lang="en-GB" sz="2400" dirty="0">
                <a:solidFill>
                  <a:schemeClr val="tx1"/>
                </a:solidFill>
              </a:rPr>
              <a:t> be the hypotenuse of a right triangle, and </a:t>
            </a:r>
            <a:r>
              <a:rPr lang="en-GB" sz="2400" i="1" dirty="0">
                <a:solidFill>
                  <a:schemeClr val="tx1"/>
                </a:solidFill>
                <a:latin typeface="Times New Roman" panose="02020603050405020304" pitchFamily="18" charset="0"/>
                <a:ea typeface="CMU Serif" panose="02000603000000000000" pitchFamily="2" charset="0"/>
                <a:cs typeface="Times New Roman" panose="02020603050405020304" pitchFamily="18" charset="0"/>
              </a:rPr>
              <a:t>a</a:t>
            </a:r>
            <a:r>
              <a:rPr lang="en-GB" sz="2400" dirty="0">
                <a:solidFill>
                  <a:schemeClr val="tx1"/>
                </a:solidFill>
              </a:rPr>
              <a:t> and </a:t>
            </a:r>
            <a:r>
              <a:rPr lang="en-GB" sz="2400" i="1" dirty="0">
                <a:solidFill>
                  <a:schemeClr val="tx1"/>
                </a:solidFill>
                <a:latin typeface="Times New Roman" panose="02020603050405020304" pitchFamily="18" charset="0"/>
                <a:ea typeface="CMU Serif" panose="02000603000000000000" pitchFamily="2" charset="0"/>
                <a:cs typeface="Times New Roman" panose="02020603050405020304" pitchFamily="18" charset="0"/>
              </a:rPr>
              <a:t>b</a:t>
            </a:r>
            <a:r>
              <a:rPr lang="en-GB" sz="2400" dirty="0">
                <a:solidFill>
                  <a:schemeClr val="tx1"/>
                </a:solidFill>
              </a:rPr>
              <a:t> be the other two sides. </a:t>
            </a:r>
            <a:br>
              <a:rPr lang="en-GB" sz="2400" dirty="0">
                <a:solidFill>
                  <a:schemeClr val="tx1"/>
                </a:solidFill>
              </a:rPr>
            </a:br>
            <a:r>
              <a:rPr lang="en-GB" sz="2400" dirty="0">
                <a:solidFill>
                  <a:schemeClr val="tx1"/>
                </a:solidFill>
              </a:rPr>
              <a:t>Then </a:t>
            </a:r>
            <a:r>
              <a:rPr lang="en-GB" sz="24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c</a:t>
            </a:r>
            <a:r>
              <a:rPr lang="en-GB" sz="2400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 = </a:t>
            </a:r>
            <a:r>
              <a:rPr lang="en-GB" sz="24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lang="en-GB" sz="2400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 + </a:t>
            </a:r>
            <a:r>
              <a:rPr lang="en-GB" sz="24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b</a:t>
            </a:r>
            <a:r>
              <a:rPr lang="en-GB" sz="2400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en-GB" sz="2400" dirty="0">
                <a:solidFill>
                  <a:schemeClr val="tx1"/>
                </a:solidFill>
              </a:rPr>
              <a:t>.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1001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4E83C32-7947-6B23-5BD1-00D89DF0B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Highlight </a:t>
            </a:r>
            <a:r>
              <a:rPr lang="en-GB" b="1" dirty="0">
                <a:solidFill>
                  <a:schemeClr val="accent6"/>
                </a:solidFill>
              </a:rPr>
              <a:t>important concepts </a:t>
            </a:r>
            <a:r>
              <a:rPr lang="en-GB" dirty="0"/>
              <a:t>using bold blue.</a:t>
            </a:r>
          </a:p>
          <a:p>
            <a:r>
              <a:rPr lang="en-GB" dirty="0"/>
              <a:t>You can use </a:t>
            </a:r>
            <a:r>
              <a:rPr lang="en-GB" i="1" dirty="0"/>
              <a:t>inline footnotes </a:t>
            </a:r>
            <a:r>
              <a:rPr lang="en-GB" dirty="0"/>
              <a:t>like this.</a:t>
            </a:r>
            <a:br>
              <a:rPr lang="en-GB" dirty="0"/>
            </a:b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 clarification or a detail)</a:t>
            </a:r>
            <a:endParaRPr lang="en-GB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GB" dirty="0"/>
              <a:t>Explain and highlight using these tools: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309D7A9-E740-E159-8FD9-5AD33DD0F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Tools to clarify and highlight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35C78-3BE1-5345-3D6C-5E7699A52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0C3B9-95C7-4B9D-9BF8-7100344743C3}" type="slidenum">
              <a:rPr lang="it-IT" smtClean="0"/>
              <a:pPr/>
              <a:t>6</a:t>
            </a:fld>
            <a:endParaRPr lang="it-IT" dirty="0"/>
          </a:p>
        </p:txBody>
      </p:sp>
      <p:sp>
        <p:nvSpPr>
          <p:cNvPr id="5" name="CasellaDiTesto 5 1 1">
            <a:extLst>
              <a:ext uri="{FF2B5EF4-FFF2-40B4-BE49-F238E27FC236}">
                <a16:creationId xmlns:a16="http://schemas.microsoft.com/office/drawing/2014/main" id="{D728BCC3-48F4-5589-48B5-3C8F1680FB71}"/>
              </a:ext>
            </a:extLst>
          </p:cNvPr>
          <p:cNvSpPr txBox="1"/>
          <p:nvPr/>
        </p:nvSpPr>
        <p:spPr>
          <a:xfrm>
            <a:off x="7694527" y="3957264"/>
            <a:ext cx="2662855" cy="83099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CMU Serif" panose="02000603000000000000" pitchFamily="2" charset="0"/>
                <a:cs typeface="Times New Roman" panose="02020603050405020304" pitchFamily="18" charset="0"/>
              </a:rPr>
              <a:t>x 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CMU Serif" panose="02000603000000000000" pitchFamily="2" charset="0"/>
                <a:cs typeface="Times New Roman" panose="02020603050405020304" pitchFamily="18" charset="0"/>
              </a:rPr>
              <a:t>∈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CMU Serif" panose="02000603000000000000" pitchFamily="2" charset="0"/>
                <a:cs typeface="Times New Roman" panose="02020603050405020304" pitchFamily="18" charset="0"/>
              </a:rPr>
              <a:t>ℝ</a:t>
            </a:r>
            <a:r>
              <a:rPr lang="en-US" sz="1600" i="1" baseline="30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CMU Serif" panose="02000603000000000000" pitchFamily="2" charset="0"/>
                <a:cs typeface="Times New Roman" panose="02020603050405020304" pitchFamily="18" charset="0"/>
              </a:rPr>
              <a:t>n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state </a:t>
            </a:r>
            <a:b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CMU Serif" panose="02000603000000000000" pitchFamily="2" charset="0"/>
                <a:cs typeface="Times New Roman" panose="02020603050405020304" pitchFamily="18" charset="0"/>
              </a:rPr>
              <a:t>u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CMU Serif" panose="02000603000000000000" pitchFamily="2" charset="0"/>
                <a:cs typeface="Times New Roman" panose="02020603050405020304" pitchFamily="18" charset="0"/>
              </a:rPr>
              <a:t> ∈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CMU Serif" panose="02000603000000000000" pitchFamily="2" charset="0"/>
                <a:cs typeface="Times New Roman" panose="02020603050405020304" pitchFamily="18" charset="0"/>
              </a:rPr>
              <a:t>ℝ</a:t>
            </a:r>
            <a:r>
              <a:rPr lang="en-US" sz="1600" i="1" baseline="30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CMU Serif" panose="02000603000000000000" pitchFamily="2" charset="0"/>
                <a:cs typeface="Times New Roman" panose="02020603050405020304" pitchFamily="18" charset="0"/>
              </a:rPr>
              <a:t>n</a:t>
            </a:r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input</a:t>
            </a:r>
            <a:b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60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CMU Serif" panose="02000603000000000000" pitchFamily="2" charset="0"/>
                <a:cs typeface="Times New Roman" panose="02020603050405020304" pitchFamily="18" charset="0"/>
              </a:rPr>
              <a:t>A</a:t>
            </a:r>
            <a:r>
              <a:rPr lang="en-US" sz="1600" i="1" baseline="-25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CMU Serif" panose="02000603000000000000" pitchFamily="2" charset="0"/>
                <a:cs typeface="Times New Roman" panose="02020603050405020304" pitchFamily="18" charset="0"/>
              </a:rPr>
              <a:t>ij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CMU Serif" panose="02000603000000000000" pitchFamily="2" charset="0"/>
                <a:cs typeface="Times New Roman" panose="02020603050405020304" pitchFamily="18" charset="0"/>
              </a:rPr>
              <a:t> ∈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CMU Serif" panose="02000603000000000000" pitchFamily="2" charset="0"/>
                <a:cs typeface="Times New Roman" panose="02020603050405020304" pitchFamily="18" charset="0"/>
              </a:rPr>
              <a:t>ℝ</a:t>
            </a:r>
            <a:r>
              <a:rPr lang="en-US" sz="1600" i="1" baseline="30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CMU Serif" panose="02000603000000000000" pitchFamily="2" charset="0"/>
                <a:cs typeface="Times New Roman" panose="02020603050405020304" pitchFamily="18" charset="0"/>
              </a:rPr>
              <a:t>n×n</a:t>
            </a:r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dynamics matrix</a:t>
            </a:r>
            <a:endParaRPr lang="en-US" sz="16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6" name="Gruppo 6">
            <a:extLst>
              <a:ext uri="{FF2B5EF4-FFF2-40B4-BE49-F238E27FC236}">
                <a16:creationId xmlns:a16="http://schemas.microsoft.com/office/drawing/2014/main" id="{1981F6E1-6953-7275-099C-2DDCB5935AE3}"/>
              </a:ext>
            </a:extLst>
          </p:cNvPr>
          <p:cNvGrpSpPr/>
          <p:nvPr/>
        </p:nvGrpSpPr>
        <p:grpSpPr>
          <a:xfrm>
            <a:off x="4770664" y="4827398"/>
            <a:ext cx="1645282" cy="738084"/>
            <a:chOff x="3897738" y="5359842"/>
            <a:chExt cx="3122216" cy="738084"/>
          </a:xfrm>
        </p:grpSpPr>
        <p:cxnSp>
          <p:nvCxnSpPr>
            <p:cNvPr id="7" name="Connettore 2 7">
              <a:extLst>
                <a:ext uri="{FF2B5EF4-FFF2-40B4-BE49-F238E27FC236}">
                  <a16:creationId xmlns:a16="http://schemas.microsoft.com/office/drawing/2014/main" id="{7FA8894D-A81D-FE8E-EAED-E7D88B47D8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66592" y="5359842"/>
              <a:ext cx="639159" cy="610969"/>
            </a:xfrm>
            <a:prstGeom prst="straightConnector1">
              <a:avLst/>
            </a:prstGeom>
            <a:ln w="57150">
              <a:solidFill>
                <a:schemeClr val="accent5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CasellaDiTesto 8">
              <a:extLst>
                <a:ext uri="{FF2B5EF4-FFF2-40B4-BE49-F238E27FC236}">
                  <a16:creationId xmlns:a16="http://schemas.microsoft.com/office/drawing/2014/main" id="{C2279483-E661-A0BC-B4C1-2C2B1ED45538}"/>
                </a:ext>
              </a:extLst>
            </p:cNvPr>
            <p:cNvSpPr txBox="1"/>
            <p:nvPr/>
          </p:nvSpPr>
          <p:spPr>
            <a:xfrm>
              <a:off x="3897738" y="5728594"/>
              <a:ext cx="3122216" cy="369332"/>
            </a:xfrm>
            <a:prstGeom prst="rect">
              <a:avLst/>
            </a:prstGeom>
            <a:solidFill>
              <a:srgbClr val="EEF5FC"/>
            </a:solidFill>
            <a:ln w="12700">
              <a:solidFill>
                <a:schemeClr val="accent5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cs typeface="Times New Roman" panose="02020603050405020304" pitchFamily="18" charset="0"/>
                </a:rPr>
                <a:t>highlight box</a:t>
              </a:r>
              <a:endPara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8747A4A5-9926-9BAC-B526-CCED7A0B631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5517" y="4327896"/>
            <a:ext cx="1667082" cy="223493"/>
          </a:xfrm>
          <a:prstGeom prst="rect">
            <a:avLst/>
          </a:prstGeom>
        </p:spPr>
      </p:pic>
      <p:cxnSp>
        <p:nvCxnSpPr>
          <p:cNvPr id="10" name="Connettore diritto 18">
            <a:extLst>
              <a:ext uri="{FF2B5EF4-FFF2-40B4-BE49-F238E27FC236}">
                <a16:creationId xmlns:a16="http://schemas.microsoft.com/office/drawing/2014/main" id="{6DBB9991-7874-12B7-D171-7D1038026871}"/>
              </a:ext>
            </a:extLst>
          </p:cNvPr>
          <p:cNvCxnSpPr/>
          <p:nvPr/>
        </p:nvCxnSpPr>
        <p:spPr>
          <a:xfrm>
            <a:off x="5761354" y="4615755"/>
            <a:ext cx="388974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1" name="Fumetto 1 12">
            <a:extLst>
              <a:ext uri="{FF2B5EF4-FFF2-40B4-BE49-F238E27FC236}">
                <a16:creationId xmlns:a16="http://schemas.microsoft.com/office/drawing/2014/main" id="{2CA51EEA-2D1F-85CE-982A-4458D52D38D5}"/>
              </a:ext>
            </a:extLst>
          </p:cNvPr>
          <p:cNvSpPr/>
          <p:nvPr/>
        </p:nvSpPr>
        <p:spPr>
          <a:xfrm>
            <a:off x="3355951" y="3625020"/>
            <a:ext cx="1185021" cy="655188"/>
          </a:xfrm>
          <a:prstGeom prst="wedgeRoundRectCallout">
            <a:avLst>
              <a:gd name="adj1" fmla="val 95125"/>
              <a:gd name="adj2" fmla="val 50163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highlight message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0C6D8D5-513C-C56F-5D87-3E034067EAF9}"/>
              </a:ext>
            </a:extLst>
          </p:cNvPr>
          <p:cNvGrpSpPr/>
          <p:nvPr/>
        </p:nvGrpSpPr>
        <p:grpSpPr>
          <a:xfrm>
            <a:off x="7694528" y="4827398"/>
            <a:ext cx="570751" cy="307777"/>
            <a:chOff x="5854038" y="4595006"/>
            <a:chExt cx="570751" cy="307777"/>
          </a:xfrm>
        </p:grpSpPr>
        <p:sp>
          <p:nvSpPr>
            <p:cNvPr id="13" name="CasellaDiTesto 13">
              <a:extLst>
                <a:ext uri="{FF2B5EF4-FFF2-40B4-BE49-F238E27FC236}">
                  <a16:creationId xmlns:a16="http://schemas.microsoft.com/office/drawing/2014/main" id="{EF29654F-9298-EAC7-26BD-977B6A1292A1}"/>
                </a:ext>
              </a:extLst>
            </p:cNvPr>
            <p:cNvSpPr txBox="1"/>
            <p:nvPr/>
          </p:nvSpPr>
          <p:spPr>
            <a:xfrm>
              <a:off x="5854038" y="4595006"/>
              <a:ext cx="570751" cy="30777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r>
                <a:rPr lang="en-GB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CMU Serif" panose="02000603000000000000" pitchFamily="2" charset="0"/>
                  <a:cs typeface="Times New Roman" panose="02020603050405020304" pitchFamily="18" charset="0"/>
                </a:rPr>
                <a:t> </a:t>
              </a:r>
              <a:endParaRPr lang="en-GB" sz="1400" baseline="-25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pic>
          <p:nvPicPr>
            <p:cNvPr id="14" name="Picture 13" descr="\documentclass{article}&#10;\usepackage{amsmath}               % math functionalities&#10;\usepackage{amssymb}               % math symbols&#10;\usepackage{mathtools}             % math functionalities&#10;\usepackage{bm}                    % bold greek letters&#10;\usepackage[svgnames]{xcolor}      % change text color&#10;\usepackage{newtxtext}&#10;\usepackage{newtxmath}&#10;\newcommand{\T}{^{\mathsf{T}}}     % transpose symbol shortcut&#10;\newcommand{\B}[1]{\if#1\relax\bm{#1}\else\mathbf{#1}\fi} % bold shortcut&#10;\newcommand{\BB}[1]{\mathbb{#1}}   % blackboard font shortcut&#10;\newcommand{\R}[1]{\mathrm{#1}}    % upright font shortcut       &#10;\newcommand{\C}[1]{\mathcal{#1}}   % calligraphic font shortcut       &#10;\definecolor{mygray}{RGB}{89, 89, 89}&#10;\pagestyle{empty}&#10;\begin{document}&#10;&#10;\color{mygray}&#10;\[&#10;a = b&#10;\]&#10;&#10;\end{document}" title="IguanaTex Bitmap Display">
              <a:extLst>
                <a:ext uri="{FF2B5EF4-FFF2-40B4-BE49-F238E27FC236}">
                  <a16:creationId xmlns:a16="http://schemas.microsoft.com/office/drawing/2014/main" id="{2ADBE902-9A2C-7D6D-1971-4149E1BDEACB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19375" y="4678189"/>
              <a:ext cx="440076" cy="141410"/>
            </a:xfrm>
            <a:prstGeom prst="rect">
              <a:avLst/>
            </a:prstGeom>
          </p:spPr>
        </p:pic>
      </p:grp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8F9D45C-449A-884B-DCD4-8A300247C00E}"/>
              </a:ext>
            </a:extLst>
          </p:cNvPr>
          <p:cNvSpPr/>
          <p:nvPr/>
        </p:nvSpPr>
        <p:spPr>
          <a:xfrm>
            <a:off x="6437746" y="4193108"/>
            <a:ext cx="554629" cy="524916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38E2D9B-29AE-F7E2-92A9-B59ED69C66D7}"/>
              </a:ext>
            </a:extLst>
          </p:cNvPr>
          <p:cNvGrpSpPr/>
          <p:nvPr/>
        </p:nvGrpSpPr>
        <p:grpSpPr>
          <a:xfrm>
            <a:off x="6150328" y="3350699"/>
            <a:ext cx="1338959" cy="912831"/>
            <a:chOff x="4445714" y="3649935"/>
            <a:chExt cx="1338959" cy="912831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DE89F41-9067-9BCB-3CE1-84A7D220D2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45714" y="3803823"/>
              <a:ext cx="540437" cy="758943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CasellaDiTesto 5 1 2">
              <a:extLst>
                <a:ext uri="{FF2B5EF4-FFF2-40B4-BE49-F238E27FC236}">
                  <a16:creationId xmlns:a16="http://schemas.microsoft.com/office/drawing/2014/main" id="{2733E17E-657B-B2C0-E60A-BEA21CA81A66}"/>
                </a:ext>
              </a:extLst>
            </p:cNvPr>
            <p:cNvSpPr txBox="1"/>
            <p:nvPr/>
          </p:nvSpPr>
          <p:spPr>
            <a:xfrm>
              <a:off x="4521218" y="3649935"/>
              <a:ext cx="1263455" cy="33855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explanation</a:t>
              </a:r>
              <a:endParaRPr lang="en-US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EB700D7-F43B-AC41-BE9C-898B54B3C9A7}"/>
              </a:ext>
            </a:extLst>
          </p:cNvPr>
          <p:cNvGrpSpPr/>
          <p:nvPr/>
        </p:nvGrpSpPr>
        <p:grpSpPr>
          <a:xfrm>
            <a:off x="7693268" y="5565482"/>
            <a:ext cx="1442342" cy="817390"/>
            <a:chOff x="2141513" y="5078554"/>
            <a:chExt cx="1442342" cy="817390"/>
          </a:xfrm>
        </p:grpSpPr>
        <p:cxnSp>
          <p:nvCxnSpPr>
            <p:cNvPr id="20" name="Connettore 2 10">
              <a:extLst>
                <a:ext uri="{FF2B5EF4-FFF2-40B4-BE49-F238E27FC236}">
                  <a16:creationId xmlns:a16="http://schemas.microsoft.com/office/drawing/2014/main" id="{5537704D-806D-80D9-622A-D91669943B67}"/>
                </a:ext>
              </a:extLst>
            </p:cNvPr>
            <p:cNvCxnSpPr>
              <a:cxnSpLocks/>
            </p:cNvCxnSpPr>
            <p:nvPr/>
          </p:nvCxnSpPr>
          <p:spPr>
            <a:xfrm>
              <a:off x="2442430" y="5895944"/>
              <a:ext cx="840509" cy="0"/>
            </a:xfrm>
            <a:prstGeom prst="straightConnector1">
              <a:avLst/>
            </a:prstGeom>
            <a:ln w="7620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876D1C8-F2A7-B7F2-19B0-8946D2BB5B74}"/>
                </a:ext>
              </a:extLst>
            </p:cNvPr>
            <p:cNvSpPr txBox="1"/>
            <p:nvPr/>
          </p:nvSpPr>
          <p:spPr>
            <a:xfrm>
              <a:off x="2141513" y="5078554"/>
              <a:ext cx="144234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to describe processes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9770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5B2C392-15ED-857F-C894-3FAF7A4C1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Text elements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D41FFA-0A56-E974-1007-E271AA1CF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0C3B9-95C7-4B9D-9BF8-7100344743C3}" type="slidenum">
              <a:rPr lang="it-IT" smtClean="0"/>
              <a:pPr/>
              <a:t>7</a:t>
            </a:fld>
            <a:endParaRPr lang="it-IT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7A6EBE-D24B-7320-9641-54ADC0FE6E6B}"/>
              </a:ext>
            </a:extLst>
          </p:cNvPr>
          <p:cNvSpPr txBox="1"/>
          <p:nvPr/>
        </p:nvSpPr>
        <p:spPr>
          <a:xfrm>
            <a:off x="5051658" y="5820530"/>
            <a:ext cx="2088444" cy="40011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/>
              <a:t>A key message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E491403C-41C0-3A90-9B12-B26F2191B1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9100416"/>
              </p:ext>
            </p:extLst>
          </p:nvPr>
        </p:nvGraphicFramePr>
        <p:xfrm>
          <a:off x="3267161" y="4235635"/>
          <a:ext cx="5657438" cy="1231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32800F02-3366-B4C2-FA4A-464DDB8ABE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9173727"/>
              </p:ext>
            </p:extLst>
          </p:nvPr>
        </p:nvGraphicFramePr>
        <p:xfrm>
          <a:off x="3369888" y="2877564"/>
          <a:ext cx="5451984" cy="8418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1D9F9195-A800-C682-9141-8E79432080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6458067"/>
              </p:ext>
            </p:extLst>
          </p:nvPr>
        </p:nvGraphicFramePr>
        <p:xfrm>
          <a:off x="3369888" y="1340590"/>
          <a:ext cx="5451984" cy="8418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3818704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582FBECE-29E5-4217-A3B8-EB7C235F05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graphicEl>
                                              <a:dgm id="{582FBECE-29E5-4217-A3B8-EB7C235F053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DBF09966-9DF0-4B99-9863-24516F5A98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graphicEl>
                                              <a:dgm id="{DBF09966-9DF0-4B99-9863-24516F5A989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652F92AC-0AE7-4B3C-A86E-54C171FF503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graphicEl>
                                              <a:dgm id="{652F92AC-0AE7-4B3C-A86E-54C171FF503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6B30B88F-7CFD-4449-8DCE-0A7B9DF454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graphicEl>
                                              <a:dgm id="{6B30B88F-7CFD-4449-8DCE-0A7B9DF454E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82FBECE-29E5-4217-A3B8-EB7C235F05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582FBECE-29E5-4217-A3B8-EB7C235F053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BF09966-9DF0-4B99-9863-24516F5A98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graphicEl>
                                              <a:dgm id="{DBF09966-9DF0-4B99-9863-24516F5A989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52F92AC-0AE7-4B3C-A86E-54C171FF503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graphicEl>
                                              <a:dgm id="{652F92AC-0AE7-4B3C-A86E-54C171FF503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B30B88F-7CFD-4449-8DCE-0A7B9DF454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graphicEl>
                                              <a:dgm id="{6B30B88F-7CFD-4449-8DCE-0A7B9DF454E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B90F2B9-5760-4C30-8A77-8EF1B0E51A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graphicEl>
                                              <a:dgm id="{4B90F2B9-5760-4C30-8A77-8EF1B0E51A8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5F12B469-7914-4ABA-840A-913282CE5F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graphicEl>
                                              <a:dgm id="{5F12B469-7914-4ABA-840A-913282CE5FC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D139C1E-E7AF-43C4-B230-41F302D1A1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">
                                            <p:graphicEl>
                                              <a:dgm id="{2D139C1E-E7AF-43C4-B230-41F302D1A1F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772ED64-091A-4142-88FE-4E941AFAA2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>
                                            <p:graphicEl>
                                              <a:dgm id="{3772ED64-091A-4142-88FE-4E941AFAA2A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34CD1DE-2D6C-4F11-9B45-7CB794A8541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">
                                            <p:graphicEl>
                                              <a:dgm id="{834CD1DE-2D6C-4F11-9B45-7CB794A8541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97348AC-5B53-4C00-A2EA-2D93A06C73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">
                                            <p:graphicEl>
                                              <a:dgm id="{497348AC-5B53-4C00-A2EA-2D93A06C732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FC00012-3B31-4E71-BB1C-854C72E53C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">
                                            <p:graphicEl>
                                              <a:dgm id="{FFC00012-3B31-4E71-BB1C-854C72E53CF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Graphic spid="6" grpId="0" uiExpand="1">
        <p:bldSub>
          <a:bldDgm bld="lvlAtOnce"/>
        </p:bldSub>
      </p:bldGraphic>
      <p:bldGraphic spid="7" grpId="0">
        <p:bldSub>
          <a:bldDgm bld="one"/>
        </p:bldSub>
      </p:bldGraphic>
      <p:bldGraphic spid="8" grpId="0">
        <p:bldSub>
          <a:bldDgm bld="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592DAB-DDE7-E0A0-0C62-3E1A17085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Table and boxed footnote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CFDDC7-8132-6FAD-6A71-3BCEF309D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0C3B9-95C7-4B9D-9BF8-7100344743C3}" type="slidenum">
              <a:rPr lang="it-IT" smtClean="0"/>
              <a:pPr/>
              <a:t>8</a:t>
            </a:fld>
            <a:endParaRPr lang="it-IT" dirty="0"/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BAD4766F-94C2-1B93-4F0C-5E210AF9C3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625975"/>
              </p:ext>
            </p:extLst>
          </p:nvPr>
        </p:nvGraphicFramePr>
        <p:xfrm>
          <a:off x="3048000" y="2501900"/>
          <a:ext cx="6096000" cy="1854200"/>
        </p:xfrm>
        <a:graphic>
          <a:graphicData uri="http://schemas.openxmlformats.org/drawingml/2006/table">
            <a:tbl>
              <a:tblPr firstRow="1" bandRow="1">
                <a:tableStyleId>{D03447BB-5D67-496B-8E87-E561075AD55C}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407249050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18340534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18649741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561106670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GB" sz="1600" b="0" i="1" dirty="0">
                          <a:solidFill>
                            <a:schemeClr val="tx1"/>
                          </a:solidFill>
                        </a:rPr>
                        <a:t>Table title (optional)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1421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b="1" dirty="0">
                          <a:solidFill>
                            <a:schemeClr val="tx1"/>
                          </a:solidFill>
                        </a:rPr>
                        <a:t>Entry 1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1" dirty="0">
                          <a:solidFill>
                            <a:schemeClr val="tx1"/>
                          </a:solidFill>
                        </a:rPr>
                        <a:t>Entry 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1" dirty="0">
                          <a:solidFill>
                            <a:schemeClr val="tx1"/>
                          </a:solidFill>
                        </a:rPr>
                        <a:t>Entry</a:t>
                      </a:r>
                      <a:r>
                        <a:rPr lang="en-GB" sz="1600" b="1" baseline="0" dirty="0">
                          <a:solidFill>
                            <a:schemeClr val="tx1"/>
                          </a:solidFill>
                        </a:rPr>
                        <a:t> 3</a:t>
                      </a:r>
                      <a:endParaRPr lang="en-GB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1" dirty="0">
                          <a:solidFill>
                            <a:schemeClr val="tx1"/>
                          </a:solidFill>
                        </a:rPr>
                        <a:t>Entry</a:t>
                      </a:r>
                      <a:r>
                        <a:rPr lang="en-GB" sz="1600" b="1" baseline="0" dirty="0">
                          <a:solidFill>
                            <a:schemeClr val="tx1"/>
                          </a:solidFill>
                        </a:rPr>
                        <a:t> 4</a:t>
                      </a:r>
                      <a:endParaRPr lang="en-GB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997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123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456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999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123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456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4162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123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456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8740135"/>
                  </a:ext>
                </a:extLst>
              </a:tr>
            </a:tbl>
          </a:graphicData>
        </a:graphic>
      </p:graphicFrame>
      <p:sp>
        <p:nvSpPr>
          <p:cNvPr id="6" name="CasellaDiTesto 5 1 1">
            <a:extLst>
              <a:ext uri="{FF2B5EF4-FFF2-40B4-BE49-F238E27FC236}">
                <a16:creationId xmlns:a16="http://schemas.microsoft.com/office/drawing/2014/main" id="{7209D505-2CEF-22FE-EAAF-A244D131D617}"/>
              </a:ext>
            </a:extLst>
          </p:cNvPr>
          <p:cNvSpPr txBox="1"/>
          <p:nvPr/>
        </p:nvSpPr>
        <p:spPr>
          <a:xfrm>
            <a:off x="162345" y="6153373"/>
            <a:ext cx="5162393" cy="46166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  <a:prstDash val="dash"/>
          </a:ln>
          <a:effectLst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Boxed footnote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for facts you want to report but are not necessary for the audience to read. Try to avoid this though, you can use Appendix instead. </a:t>
            </a:r>
            <a:endParaRPr lang="en-US" sz="12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3979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6093EF-7600-A2E7-C06F-65FDA418F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GB" dirty="0"/>
              <a:t>Typeface: Arial.</a:t>
            </a:r>
            <a:br>
              <a:rPr lang="en-GB" dirty="0"/>
            </a:br>
            <a:endParaRPr lang="en-GB" dirty="0"/>
          </a:p>
          <a:p>
            <a:r>
              <a:rPr lang="en-GB" dirty="0"/>
              <a:t>Font sizes:</a:t>
            </a:r>
            <a:endParaRPr lang="en-US" dirty="0"/>
          </a:p>
          <a:p>
            <a:pPr lvl="1"/>
            <a:r>
              <a:rPr lang="en-US" dirty="0"/>
              <a:t>Title: 34.</a:t>
            </a:r>
          </a:p>
          <a:p>
            <a:pPr lvl="1"/>
            <a:r>
              <a:rPr lang="en-US" dirty="0"/>
              <a:t>Body: 24.</a:t>
            </a:r>
          </a:p>
          <a:p>
            <a:pPr lvl="1"/>
            <a:r>
              <a:rPr lang="en-US" dirty="0"/>
              <a:t>Key message box, tree, group of factors, page number, reference in final page: 20.</a:t>
            </a:r>
          </a:p>
          <a:p>
            <a:pPr lvl="1"/>
            <a:r>
              <a:rPr lang="en-US" dirty="0"/>
              <a:t>Highlight blue box, yellow highlight box, text over arrow: 18.</a:t>
            </a:r>
          </a:p>
          <a:p>
            <a:pPr lvl="1"/>
            <a:r>
              <a:rPr lang="en-US" dirty="0"/>
              <a:t>Legend, explanation box, caption, inline footnote, table: 16.</a:t>
            </a:r>
          </a:p>
          <a:p>
            <a:pPr lvl="1"/>
            <a:r>
              <a:rPr lang="en-US" dirty="0"/>
              <a:t>Reference in-slide, boxed footnote: 12.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D1B94EC-B384-89EC-E861-314B5AD3D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67F028-BA77-6070-A005-FBB9BCE2E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0C3B9-95C7-4B9D-9BF8-7100344743C3}" type="slidenum">
              <a:rPr lang="it-IT" smtClean="0"/>
              <a:pPr/>
              <a:t>9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99749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US" noProof="0" dirty="0">
                <a:solidFill>
                  <a:schemeClr val="tx1"/>
                </a:solidFill>
              </a:rPr>
              <a:t>A slide without a title.</a:t>
            </a:r>
          </a:p>
        </p:txBody>
      </p:sp>
    </p:spTree>
    <p:extLst>
      <p:ext uri="{BB962C8B-B14F-4D97-AF65-F5344CB8AC3E}">
        <p14:creationId xmlns:p14="http://schemas.microsoft.com/office/powerpoint/2010/main" val="789701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975FF-7584-21E8-AA4D-B3D5E6736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01249E-D33F-D377-67E7-908282CE6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0C3B9-95C7-4B9D-9BF8-7100344743C3}" type="slidenum">
              <a:rPr lang="it-IT" smtClean="0"/>
              <a:pPr/>
              <a:t>11</a:t>
            </a:fld>
            <a:endParaRPr lang="it-IT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268C6E-0555-DEE5-0929-2B3111FB9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slide with…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730E858-6D28-5A14-5B74-6E6CF445AD1E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… Two columns.</a:t>
            </a:r>
          </a:p>
        </p:txBody>
      </p:sp>
    </p:spTree>
    <p:extLst>
      <p:ext uri="{BB962C8B-B14F-4D97-AF65-F5344CB8AC3E}">
        <p14:creationId xmlns:p14="http://schemas.microsoft.com/office/powerpoint/2010/main" val="3258802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9B8355-EF12-B871-AA91-10BD42CDFF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GB" dirty="0"/>
              <a:t>When presenting from another computer:</a:t>
            </a:r>
          </a:p>
          <a:p>
            <a:pPr lvl="1"/>
            <a:r>
              <a:rPr lang="en-GB" dirty="0"/>
              <a:t>if possible, before the presentation, check that fonts, animations and videos display correctly;</a:t>
            </a:r>
          </a:p>
          <a:p>
            <a:pPr lvl="1"/>
            <a:r>
              <a:rPr lang="en-GB" dirty="0"/>
              <a:t>export a PDF as a backup.</a:t>
            </a:r>
            <a:br>
              <a:rPr lang="en-GB" dirty="0"/>
            </a:br>
            <a:endParaRPr lang="en-GB" dirty="0"/>
          </a:p>
          <a:p>
            <a:r>
              <a:rPr lang="en-GB" dirty="0"/>
              <a:t>If you want to export a PDF retaining animations, use the </a:t>
            </a:r>
            <a:r>
              <a:rPr lang="en-GB" dirty="0" err="1"/>
              <a:t>PPspliT</a:t>
            </a:r>
            <a:r>
              <a:rPr lang="en-GB" dirty="0"/>
              <a:t> plugin.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62EC6A0-3439-2A01-0E96-84B79D2CD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Compatibility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F1DF8-F3A9-B3E7-E1F2-70662EB2B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0C3B9-95C7-4B9D-9BF8-7100344743C3}" type="slidenum">
              <a:rPr lang="it-IT" smtClean="0"/>
              <a:pPr/>
              <a:t>12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4956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AA608A6-FD83-FC04-E63D-DEEE6D9F1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GB" cap="small" dirty="0"/>
              <a:t>Summary:</a:t>
            </a:r>
          </a:p>
          <a:p>
            <a:pPr marL="817200" lvl="1" indent="-457200">
              <a:buFont typeface="+mj-lt"/>
              <a:buAutoNum type="arabicPeriod"/>
            </a:pPr>
            <a:r>
              <a:rPr lang="en-GB" dirty="0"/>
              <a:t>Point 1.</a:t>
            </a:r>
          </a:p>
          <a:p>
            <a:pPr marL="817200" lvl="1" indent="-457200">
              <a:buFont typeface="+mj-lt"/>
              <a:buAutoNum type="arabicPeriod"/>
            </a:pPr>
            <a:r>
              <a:rPr lang="en-GB" dirty="0"/>
              <a:t>Point 2.</a:t>
            </a:r>
          </a:p>
          <a:p>
            <a:pPr marL="817200" lvl="1" indent="-457200">
              <a:buFont typeface="+mj-lt"/>
              <a:buAutoNum type="arabicPeriod"/>
            </a:pPr>
            <a:r>
              <a:rPr lang="en-GB" dirty="0"/>
              <a:t>Point 3.</a:t>
            </a:r>
            <a:br>
              <a:rPr lang="en-GB" dirty="0"/>
            </a:br>
            <a:endParaRPr lang="en-GB" dirty="0"/>
          </a:p>
          <a:p>
            <a:r>
              <a:rPr lang="en-GB" dirty="0"/>
              <a:t>Considerations / comments.</a:t>
            </a:r>
            <a:br>
              <a:rPr lang="en-GB" dirty="0"/>
            </a:br>
            <a:endParaRPr lang="en-GB" dirty="0"/>
          </a:p>
          <a:p>
            <a:r>
              <a:rPr lang="en-GB" cap="small" dirty="0"/>
              <a:t>Future work:</a:t>
            </a:r>
          </a:p>
          <a:p>
            <a:pPr marL="817200" lvl="1" indent="-457200">
              <a:buFont typeface="+mj-lt"/>
              <a:buAutoNum type="arabicPeriod"/>
            </a:pPr>
            <a:r>
              <a:rPr lang="en-GB" dirty="0"/>
              <a:t>Point 1.</a:t>
            </a:r>
          </a:p>
          <a:p>
            <a:pPr marL="817200" lvl="1" indent="-457200">
              <a:buFont typeface="+mj-lt"/>
              <a:buAutoNum type="arabicPeriod"/>
            </a:pPr>
            <a:r>
              <a:rPr lang="en-GB" dirty="0"/>
              <a:t>Point 2.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57A5665-5F52-C52B-C83E-22E16251B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8529673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B8E3108-7085-A25D-5BF2-8510E0FAD3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 dirty="0"/>
              <a:t>(for journals) N. Surname, N. Surname, N. Surname,</a:t>
            </a:r>
            <a:br>
              <a:rPr lang="en-GB" dirty="0"/>
            </a:br>
            <a:r>
              <a:rPr lang="en-GB" dirty="0"/>
              <a:t>“Title”,</a:t>
            </a:r>
            <a:br>
              <a:rPr lang="en-GB" dirty="0"/>
            </a:br>
            <a:r>
              <a:rPr lang="en-GB" dirty="0"/>
              <a:t>Journal name, vol.(no.):pages [e.g., 117:6(34-42)], year.</a:t>
            </a:r>
          </a:p>
          <a:p>
            <a:pPr lvl="0">
              <a:defRPr/>
            </a:pPr>
            <a:r>
              <a:rPr lang="en-GB" dirty="0"/>
              <a:t>(for conferences) N. Surname, N. Surname, N. Surname,</a:t>
            </a:r>
            <a:br>
              <a:rPr lang="en-GB" dirty="0"/>
            </a:br>
            <a:r>
              <a:rPr lang="en-GB" dirty="0"/>
              <a:t>“Title”,</a:t>
            </a:r>
            <a:br>
              <a:rPr lang="en-GB" dirty="0"/>
            </a:br>
            <a:r>
              <a:rPr lang="en-GB" dirty="0"/>
              <a:t>Conference name</a:t>
            </a:r>
            <a:r>
              <a:rPr lang="en-GB" i="1" dirty="0"/>
              <a:t>, </a:t>
            </a:r>
            <a:r>
              <a:rPr lang="en-GB" dirty="0"/>
              <a:t>pp. 123-456, year.</a:t>
            </a:r>
          </a:p>
          <a:p>
            <a:pPr lvl="0">
              <a:defRPr/>
            </a:pPr>
            <a:r>
              <a:rPr lang="en-GB" dirty="0"/>
              <a:t>(for books) N. Surname, N. Surname, N. Surname,</a:t>
            </a:r>
            <a:br>
              <a:rPr lang="en-GB" dirty="0"/>
            </a:br>
            <a:r>
              <a:rPr lang="en-GB" dirty="0"/>
              <a:t>“Title”,</a:t>
            </a:r>
            <a:br>
              <a:rPr lang="en-GB" dirty="0"/>
            </a:br>
            <a:r>
              <a:rPr lang="en-GB" i="1" dirty="0"/>
              <a:t>Editor, </a:t>
            </a:r>
            <a:r>
              <a:rPr lang="en-GB" dirty="0"/>
              <a:t>year.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74328B-45A9-EA54-652C-9FDBB63D7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7735017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3FE4783-60D0-7389-4C94-B4D8A1365B1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013163" y="3335384"/>
            <a:ext cx="6165675" cy="434880"/>
          </a:xfrm>
        </p:spPr>
        <p:txBody>
          <a:bodyPr/>
          <a:lstStyle/>
          <a:p>
            <a:r>
              <a:rPr lang="en-GB" dirty="0"/>
              <a:t>Thank you for your attention.</a:t>
            </a:r>
          </a:p>
        </p:txBody>
      </p:sp>
      <p:sp>
        <p:nvSpPr>
          <p:cNvPr id="3" name="CasellaDiTesto 1">
            <a:extLst>
              <a:ext uri="{FF2B5EF4-FFF2-40B4-BE49-F238E27FC236}">
                <a16:creationId xmlns:a16="http://schemas.microsoft.com/office/drawing/2014/main" id="{5B494FF4-AC19-C715-DA77-19FD4DED55C1}"/>
              </a:ext>
            </a:extLst>
          </p:cNvPr>
          <p:cNvSpPr txBox="1"/>
          <p:nvPr/>
        </p:nvSpPr>
        <p:spPr>
          <a:xfrm>
            <a:off x="3180272" y="4126671"/>
            <a:ext cx="5831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u="sng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marcocoraggio@live.com</a:t>
            </a:r>
            <a:endParaRPr lang="it-IT" sz="2000" u="sng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0535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C640A91-C6FF-D622-33FF-5C7128B220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013163" y="2109600"/>
            <a:ext cx="6165675" cy="434880"/>
          </a:xfrm>
        </p:spPr>
        <p:txBody>
          <a:bodyPr/>
          <a:lstStyle/>
          <a:p>
            <a:r>
              <a:rPr lang="en-US" dirty="0"/>
              <a:t>Thank you for your attention.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7ECA837-DBFB-6216-8338-CE483B1DF852}"/>
              </a:ext>
            </a:extLst>
          </p:cNvPr>
          <p:cNvGrpSpPr/>
          <p:nvPr/>
        </p:nvGrpSpPr>
        <p:grpSpPr>
          <a:xfrm>
            <a:off x="3180272" y="3212271"/>
            <a:ext cx="5831456" cy="2722618"/>
            <a:chOff x="1656272" y="3212271"/>
            <a:chExt cx="5831456" cy="2722618"/>
          </a:xfrm>
        </p:grpSpPr>
        <p:sp>
          <p:nvSpPr>
            <p:cNvPr id="4" name="CasellaDiTesto 1">
              <a:extLst>
                <a:ext uri="{FF2B5EF4-FFF2-40B4-BE49-F238E27FC236}">
                  <a16:creationId xmlns:a16="http://schemas.microsoft.com/office/drawing/2014/main" id="{66F79098-E3CE-B238-B1C7-5BDA16A7A73F}"/>
                </a:ext>
              </a:extLst>
            </p:cNvPr>
            <p:cNvSpPr txBox="1"/>
            <p:nvPr/>
          </p:nvSpPr>
          <p:spPr>
            <a:xfrm>
              <a:off x="1656272" y="3212271"/>
              <a:ext cx="5831456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u="sng" spc="4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marcocoraggio@live.com</a:t>
              </a:r>
              <a:br>
                <a:rPr lang="it-IT" sz="2000" u="sng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</a:br>
              <a:br>
                <a:rPr lang="it-IT" sz="2000" u="sng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</a:br>
              <a:r>
                <a:rPr lang="en-GB" sz="2000" u="sng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www.marco-coraggio.com</a:t>
              </a:r>
              <a:endParaRPr lang="it-IT" sz="2000" u="sng" dirty="0">
                <a:solidFill>
                  <a:schemeClr val="accent5">
                    <a:lumMod val="60000"/>
                    <a:lumOff val="40000"/>
                  </a:schemeClr>
                </a:solidFill>
              </a:endParaRPr>
            </a:p>
            <a:p>
              <a:pPr algn="ctr"/>
              <a:endParaRPr lang="en-GB" sz="2000" u="sng" dirty="0" err="1">
                <a:solidFill>
                  <a:schemeClr val="accent5">
                    <a:lumMod val="60000"/>
                    <a:lumOff val="40000"/>
                  </a:schemeClr>
                </a:solidFill>
              </a:endParaRPr>
            </a:p>
          </p:txBody>
        </p:sp>
        <p:pic>
          <p:nvPicPr>
            <p:cNvPr id="5" name="Picture 4" descr="Qr code&#10;&#10;Description automatically generated">
              <a:extLst>
                <a:ext uri="{FF2B5EF4-FFF2-40B4-BE49-F238E27FC236}">
                  <a16:creationId xmlns:a16="http://schemas.microsoft.com/office/drawing/2014/main" id="{3175B602-23AB-C4C5-F714-32D21085B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4581" y="4420051"/>
              <a:ext cx="1514838" cy="1514838"/>
            </a:xfrm>
            <a:prstGeom prst="rect">
              <a:avLst/>
            </a:prstGeom>
          </p:spPr>
        </p:pic>
        <p:pic>
          <p:nvPicPr>
            <p:cNvPr id="6" name="Picture 5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164A0DCE-6898-36BD-897A-73BB7AFEFD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68299" y="3288781"/>
              <a:ext cx="288000" cy="308443"/>
            </a:xfrm>
            <a:prstGeom prst="rect">
              <a:avLst/>
            </a:prstGeom>
          </p:spPr>
        </p:pic>
        <p:pic>
          <p:nvPicPr>
            <p:cNvPr id="7" name="Picture 6" descr="Logo&#10;&#10;Description automatically generated">
              <a:extLst>
                <a:ext uri="{FF2B5EF4-FFF2-40B4-BE49-F238E27FC236}">
                  <a16:creationId xmlns:a16="http://schemas.microsoft.com/office/drawing/2014/main" id="{1D08E5C4-AB68-340A-10C2-FB0DED7CC2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68299" y="3902237"/>
              <a:ext cx="288000" cy="288693"/>
            </a:xfrm>
            <a:prstGeom prst="roundRect">
              <a:avLst/>
            </a:prstGeom>
          </p:spPr>
        </p:pic>
      </p:grp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955E0D1-5D28-4CCD-03EF-7D467CA9DE2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65" t="7572" r="6706" b="9903"/>
          <a:stretch/>
        </p:blipFill>
        <p:spPr>
          <a:xfrm>
            <a:off x="3723715" y="3898040"/>
            <a:ext cx="306103" cy="297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208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F72FC08-098C-CD11-5DDC-BAA96B682BB9}"/>
              </a:ext>
            </a:extLst>
          </p:cNvPr>
          <p:cNvGrpSpPr/>
          <p:nvPr/>
        </p:nvGrpSpPr>
        <p:grpSpPr>
          <a:xfrm>
            <a:off x="7672896" y="4377435"/>
            <a:ext cx="2018480" cy="2300641"/>
            <a:chOff x="7672896" y="4377435"/>
            <a:chExt cx="2018480" cy="2300641"/>
          </a:xfrm>
        </p:grpSpPr>
        <p:sp>
          <p:nvSpPr>
            <p:cNvPr id="4" name="CasellaDiTesto 12">
              <a:extLst>
                <a:ext uri="{FF2B5EF4-FFF2-40B4-BE49-F238E27FC236}">
                  <a16:creationId xmlns:a16="http://schemas.microsoft.com/office/drawing/2014/main" id="{14B7CB80-7F05-751D-359C-C20C2A5FF7DA}"/>
                </a:ext>
              </a:extLst>
            </p:cNvPr>
            <p:cNvSpPr txBox="1"/>
            <p:nvPr/>
          </p:nvSpPr>
          <p:spPr>
            <a:xfrm>
              <a:off x="7672896" y="6277966"/>
              <a:ext cx="20184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5"/>
                  </a:solidFill>
                </a:rPr>
                <a:t>Coauthor 3</a:t>
              </a:r>
            </a:p>
          </p:txBody>
        </p:sp>
        <p:pic>
          <p:nvPicPr>
            <p:cNvPr id="7" name="Immagine 2">
              <a:extLst>
                <a:ext uri="{FF2B5EF4-FFF2-40B4-BE49-F238E27FC236}">
                  <a16:creationId xmlns:a16="http://schemas.microsoft.com/office/drawing/2014/main" id="{F2BB0927-2CA7-EB7D-858F-562C9CCD4B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218" r="23218"/>
            <a:stretch/>
          </p:blipFill>
          <p:spPr>
            <a:xfrm>
              <a:off x="7855011" y="4377435"/>
              <a:ext cx="1654250" cy="1900529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47D2100-F2CC-F032-C2F7-BACDDD2FAC8A}"/>
              </a:ext>
            </a:extLst>
          </p:cNvPr>
          <p:cNvGrpSpPr/>
          <p:nvPr/>
        </p:nvGrpSpPr>
        <p:grpSpPr>
          <a:xfrm>
            <a:off x="5092396" y="4377437"/>
            <a:ext cx="2018480" cy="2300639"/>
            <a:chOff x="5092396" y="4377437"/>
            <a:chExt cx="2018480" cy="2300639"/>
          </a:xfrm>
        </p:grpSpPr>
        <p:sp>
          <p:nvSpPr>
            <p:cNvPr id="6" name="CasellaDiTesto 17">
              <a:extLst>
                <a:ext uri="{FF2B5EF4-FFF2-40B4-BE49-F238E27FC236}">
                  <a16:creationId xmlns:a16="http://schemas.microsoft.com/office/drawing/2014/main" id="{173F2D30-5C8B-1834-FD8B-293F012B44E6}"/>
                </a:ext>
              </a:extLst>
            </p:cNvPr>
            <p:cNvSpPr txBox="1"/>
            <p:nvPr/>
          </p:nvSpPr>
          <p:spPr>
            <a:xfrm>
              <a:off x="5092396" y="6277966"/>
              <a:ext cx="20184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5"/>
                  </a:solidFill>
                </a:rPr>
                <a:t>Coauthor 2</a:t>
              </a:r>
            </a:p>
          </p:txBody>
        </p:sp>
        <p:pic>
          <p:nvPicPr>
            <p:cNvPr id="8" name="Immagine 16">
              <a:extLst>
                <a:ext uri="{FF2B5EF4-FFF2-40B4-BE49-F238E27FC236}">
                  <a16:creationId xmlns:a16="http://schemas.microsoft.com/office/drawing/2014/main" id="{C5A7EABC-6E7C-04CC-BB2A-8822F47B493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218" r="23218"/>
            <a:stretch/>
          </p:blipFill>
          <p:spPr>
            <a:xfrm>
              <a:off x="5274511" y="4377437"/>
              <a:ext cx="1654250" cy="1900529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1120B62-F2F8-199B-0BC7-B8F4356E7E00}"/>
              </a:ext>
            </a:extLst>
          </p:cNvPr>
          <p:cNvGrpSpPr/>
          <p:nvPr/>
        </p:nvGrpSpPr>
        <p:grpSpPr>
          <a:xfrm>
            <a:off x="2511896" y="4377436"/>
            <a:ext cx="2018480" cy="2300640"/>
            <a:chOff x="2511896" y="4377436"/>
            <a:chExt cx="2018480" cy="2300640"/>
          </a:xfrm>
        </p:grpSpPr>
        <p:sp>
          <p:nvSpPr>
            <p:cNvPr id="5" name="CasellaDiTesto 13">
              <a:extLst>
                <a:ext uri="{FF2B5EF4-FFF2-40B4-BE49-F238E27FC236}">
                  <a16:creationId xmlns:a16="http://schemas.microsoft.com/office/drawing/2014/main" id="{E759BDA6-DF11-22C1-FD0D-F27E7241F693}"/>
                </a:ext>
              </a:extLst>
            </p:cNvPr>
            <p:cNvSpPr txBox="1"/>
            <p:nvPr/>
          </p:nvSpPr>
          <p:spPr>
            <a:xfrm>
              <a:off x="2511896" y="6277966"/>
              <a:ext cx="20184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5"/>
                  </a:solidFill>
                </a:rPr>
                <a:t>Coauthor 1</a:t>
              </a:r>
            </a:p>
          </p:txBody>
        </p:sp>
        <p:pic>
          <p:nvPicPr>
            <p:cNvPr id="9" name="Immagine 19">
              <a:extLst>
                <a:ext uri="{FF2B5EF4-FFF2-40B4-BE49-F238E27FC236}">
                  <a16:creationId xmlns:a16="http://schemas.microsoft.com/office/drawing/2014/main" id="{D5527308-C3C2-FCDA-6DA9-013C3365A27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218" r="23218"/>
            <a:stretch/>
          </p:blipFill>
          <p:spPr>
            <a:xfrm>
              <a:off x="2694011" y="4377436"/>
              <a:ext cx="1654250" cy="1900529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</p:grpSp>
      <p:pic>
        <p:nvPicPr>
          <p:cNvPr id="10" name="Picture 9" descr="Shape&#10;&#10;Description automatically generated with low confidence">
            <a:extLst>
              <a:ext uri="{FF2B5EF4-FFF2-40B4-BE49-F238E27FC236}">
                <a16:creationId xmlns:a16="http://schemas.microsoft.com/office/drawing/2014/main" id="{7FB0FD55-DEA0-8296-F513-7A4FE4E925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7935" y="1690421"/>
            <a:ext cx="288000" cy="308443"/>
          </a:xfrm>
          <a:prstGeom prst="rect">
            <a:avLst/>
          </a:prstGeom>
        </p:spPr>
      </p:pic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2C09BAE1-FFCA-BBAA-AF48-C5EC64400A2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7935" y="2051567"/>
            <a:ext cx="288000" cy="288693"/>
          </a:xfrm>
          <a:prstGeom prst="roundRect">
            <a:avLst/>
          </a:prstGeom>
        </p:spPr>
      </p:pic>
      <p:pic>
        <p:nvPicPr>
          <p:cNvPr id="12" name="Picture 11" descr="Qr code&#10;&#10;Description automatically generated">
            <a:extLst>
              <a:ext uri="{FF2B5EF4-FFF2-40B4-BE49-F238E27FC236}">
                <a16:creationId xmlns:a16="http://schemas.microsoft.com/office/drawing/2014/main" id="{BF9EFF95-64BD-3A05-4F35-376270DD9D8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4217" y="2541334"/>
            <a:ext cx="1514838" cy="1514838"/>
          </a:xfrm>
          <a:prstGeom prst="rect">
            <a:avLst/>
          </a:prstGeom>
        </p:spPr>
      </p:pic>
      <p:pic>
        <p:nvPicPr>
          <p:cNvPr id="13" name="Picture 1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36E831B-348D-7863-051A-E4B332ACE40F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65" t="7572" r="6706" b="9903"/>
          <a:stretch/>
        </p:blipFill>
        <p:spPr>
          <a:xfrm>
            <a:off x="3729978" y="2047370"/>
            <a:ext cx="306103" cy="297085"/>
          </a:xfrm>
          <a:prstGeom prst="rect">
            <a:avLst/>
          </a:prstGeom>
        </p:spPr>
      </p:pic>
      <p:sp>
        <p:nvSpPr>
          <p:cNvPr id="29" name="Segnaposto contenuto 1">
            <a:extLst>
              <a:ext uri="{FF2B5EF4-FFF2-40B4-BE49-F238E27FC236}">
                <a16:creationId xmlns:a16="http://schemas.microsoft.com/office/drawing/2014/main" id="{D76E9DA6-0708-00B4-592C-23E96DA1C26C}"/>
              </a:ext>
            </a:extLst>
          </p:cNvPr>
          <p:cNvSpPr txBox="1">
            <a:spLocks/>
          </p:cNvSpPr>
          <p:nvPr/>
        </p:nvSpPr>
        <p:spPr>
          <a:xfrm>
            <a:off x="1762125" y="687976"/>
            <a:ext cx="8667750" cy="58789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8000" indent="-288000" algn="l" defTabSz="6858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48000" indent="-288000" algn="l" defTabSz="6858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8000" indent="-288000" algn="l" defTabSz="685800" rtl="0" eaLnBrk="1" latinLnBrk="0" hangingPunct="1">
              <a:lnSpc>
                <a:spcPct val="114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8000" indent="-288000" algn="l" defTabSz="685800" rtl="0" eaLnBrk="1" latinLnBrk="0" hangingPunct="1">
              <a:lnSpc>
                <a:spcPct val="114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28000" indent="-288000" algn="l" defTabSz="685800" rtl="0" eaLnBrk="1" latinLnBrk="0" hangingPunct="1">
              <a:lnSpc>
                <a:spcPct val="114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rgbClr val="3C07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srgbClr val="12467A"/>
                </a:solidFill>
                <a:effectLst/>
                <a:uLnTx/>
                <a:uFillTx/>
                <a:latin typeface="Arial"/>
                <a:ea typeface="+mn-ea"/>
                <a:cs typeface="Segoe UI" panose="020B0502040204020203" pitchFamily="34" charset="0"/>
              </a:rPr>
              <a:t>Thank you for your attention.</a:t>
            </a:r>
          </a:p>
          <a:p>
            <a:pPr marL="0" marR="0" lvl="0" indent="0" algn="ctr" defTabSz="685800" rtl="0" eaLnBrk="1" fontAlgn="auto" latinLnBrk="0" hangingPunct="1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rgbClr val="3C07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000" b="0" i="1" u="none" strike="noStrike" kern="1200" cap="none" spc="0" normalizeH="0" baseline="0" noProof="0" dirty="0">
                <a:ln>
                  <a:noFill/>
                </a:ln>
                <a:solidFill>
                  <a:srgbClr val="12467A"/>
                </a:solidFill>
                <a:effectLst/>
                <a:uLnTx/>
                <a:uFillTx/>
                <a:latin typeface="Arial"/>
                <a:ea typeface="+mn-ea"/>
                <a:cs typeface="Segoe UI" panose="020B0502040204020203" pitchFamily="34" charset="0"/>
              </a:rPr>
              <a:t> </a:t>
            </a:r>
            <a:br>
              <a:rPr kumimoji="0" lang="en-GB" sz="2800" b="0" i="1" u="none" strike="noStrike" kern="1200" cap="none" spc="0" normalizeH="0" baseline="0" noProof="0" dirty="0">
                <a:ln>
                  <a:noFill/>
                </a:ln>
                <a:solidFill>
                  <a:srgbClr val="12467A"/>
                </a:solidFill>
                <a:effectLst/>
                <a:uLnTx/>
                <a:uFillTx/>
                <a:latin typeface="Arial"/>
                <a:ea typeface="+mn-ea"/>
                <a:cs typeface="Segoe UI" panose="020B0502040204020203" pitchFamily="34" charset="0"/>
              </a:rPr>
            </a:br>
            <a:r>
              <a:rPr kumimoji="0" lang="en-GB" sz="2000" b="0" i="0" u="sng" strike="noStrike" kern="1200" cap="none" spc="40" normalizeH="0" baseline="0" noProof="0" dirty="0">
                <a:ln>
                  <a:noFill/>
                </a:ln>
                <a:solidFill>
                  <a:srgbClr val="12467A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Segoe UI" panose="020B0502040204020203" pitchFamily="34" charset="0"/>
              </a:rPr>
              <a:t>marcocoraggio@live.com</a:t>
            </a:r>
            <a:br>
              <a:rPr kumimoji="0" lang="it-IT" sz="2000" b="0" i="0" u="sng" strike="noStrike" kern="1200" cap="none" spc="0" normalizeH="0" baseline="0" noProof="0" dirty="0">
                <a:ln>
                  <a:noFill/>
                </a:ln>
                <a:solidFill>
                  <a:srgbClr val="12467A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Segoe UI" panose="020B0502040204020203" pitchFamily="34" charset="0"/>
              </a:rPr>
            </a:b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srgbClr val="12467A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Segoe UI" panose="020B0502040204020203" pitchFamily="34" charset="0"/>
              </a:rPr>
              <a:t>www.marco-coraggio.com</a:t>
            </a:r>
            <a:endParaRPr kumimoji="0" lang="it-IT" sz="2000" b="0" i="0" u="sng" strike="noStrike" kern="1200" cap="none" spc="0" normalizeH="0" baseline="0" noProof="0" dirty="0">
              <a:ln>
                <a:noFill/>
              </a:ln>
              <a:solidFill>
                <a:srgbClr val="12467A">
                  <a:lumMod val="60000"/>
                  <a:lumOff val="40000"/>
                </a:srgbClr>
              </a:solidFill>
              <a:effectLst/>
              <a:uLnTx/>
              <a:uFillTx/>
              <a:latin typeface="Arial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80955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/>
          <p:cNvSpPr>
            <a:spLocks noGrp="1"/>
          </p:cNvSpPr>
          <p:nvPr>
            <p:ph type="body" sz="quarter" idx="10"/>
          </p:nvPr>
        </p:nvSpPr>
        <p:spPr>
          <a:xfrm>
            <a:off x="2226733" y="2751449"/>
            <a:ext cx="1662675" cy="1345845"/>
          </a:xfrm>
        </p:spPr>
        <p:txBody>
          <a:bodyPr/>
          <a:lstStyle/>
          <a:p>
            <a:r>
              <a:rPr lang="en-US" noProof="0" dirty="0"/>
              <a:t>1</a:t>
            </a:r>
          </a:p>
        </p:txBody>
      </p:sp>
      <p:sp>
        <p:nvSpPr>
          <p:cNvPr id="3" name="Titolo 2"/>
          <p:cNvSpPr>
            <a:spLocks noGrp="1"/>
          </p:cNvSpPr>
          <p:nvPr>
            <p:ph type="ctrTitle"/>
          </p:nvPr>
        </p:nvSpPr>
        <p:spPr>
          <a:xfrm>
            <a:off x="4808153" y="2799075"/>
            <a:ext cx="6456747" cy="1298219"/>
          </a:xfrm>
        </p:spPr>
        <p:txBody>
          <a:bodyPr>
            <a:normAutofit/>
          </a:bodyPr>
          <a:lstStyle/>
          <a:p>
            <a:r>
              <a:rPr lang="en-US" noProof="0" dirty="0"/>
              <a:t>Section name</a:t>
            </a:r>
          </a:p>
        </p:txBody>
      </p:sp>
      <p:sp>
        <p:nvSpPr>
          <p:cNvPr id="4" name="Sottotitolo 3"/>
          <p:cNvSpPr>
            <a:spLocks noGrp="1"/>
          </p:cNvSpPr>
          <p:nvPr>
            <p:ph type="subTitle" idx="1"/>
          </p:nvPr>
        </p:nvSpPr>
        <p:spPr>
          <a:xfrm>
            <a:off x="4808153" y="4306888"/>
            <a:ext cx="6456747" cy="1655762"/>
          </a:xfrm>
        </p:spPr>
        <p:txBody>
          <a:bodyPr/>
          <a:lstStyle/>
          <a:p>
            <a:r>
              <a:rPr lang="en-GB" dirty="0"/>
              <a:t>Use these sparingly, </a:t>
            </a:r>
            <a:br>
              <a:rPr lang="en-GB" dirty="0"/>
            </a:br>
            <a:r>
              <a:rPr lang="en-GB" dirty="0"/>
              <a:t>only in long presentations (30+ mins).</a:t>
            </a:r>
          </a:p>
        </p:txBody>
      </p:sp>
    </p:spTree>
    <p:extLst>
      <p:ext uri="{BB962C8B-B14F-4D97-AF65-F5344CB8AC3E}">
        <p14:creationId xmlns:p14="http://schemas.microsoft.com/office/powerpoint/2010/main" val="2783164832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A31E4-DD6F-0F74-4864-ABBD4CB34D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Section name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F89610-17E6-9017-9198-977E966B8D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Use these sparingly, </a:t>
            </a:r>
            <a:br>
              <a:rPr lang="en-GB" dirty="0"/>
            </a:br>
            <a:r>
              <a:rPr lang="en-GB" dirty="0"/>
              <a:t>only in long presentations (30+ mins).</a:t>
            </a:r>
          </a:p>
        </p:txBody>
      </p:sp>
    </p:spTree>
    <p:extLst>
      <p:ext uri="{BB962C8B-B14F-4D97-AF65-F5344CB8AC3E}">
        <p14:creationId xmlns:p14="http://schemas.microsoft.com/office/powerpoint/2010/main" val="779404203"/>
      </p:ext>
    </p:extLst>
  </p:cSld>
  <p:clrMapOvr>
    <a:masterClrMapping/>
  </p:clrMapOvr>
  <p:transition spd="med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/>
          <p:cNvSpPr>
            <a:spLocks noGrp="1"/>
          </p:cNvSpPr>
          <p:nvPr>
            <p:ph type="body" sz="quarter" idx="10"/>
          </p:nvPr>
        </p:nvSpPr>
        <p:spPr>
          <a:xfrm>
            <a:off x="2493077" y="2609850"/>
            <a:ext cx="1583494" cy="1619249"/>
          </a:xfrm>
        </p:spPr>
        <p:txBody>
          <a:bodyPr/>
          <a:lstStyle/>
          <a:p>
            <a:r>
              <a:rPr lang="en-US" noProof="0" dirty="0"/>
              <a:t>1.1</a:t>
            </a:r>
          </a:p>
        </p:txBody>
      </p:sp>
      <p:sp>
        <p:nvSpPr>
          <p:cNvPr id="3" name="Titolo 2"/>
          <p:cNvSpPr>
            <a:spLocks noGrp="1"/>
          </p:cNvSpPr>
          <p:nvPr>
            <p:ph type="ctrTitle"/>
          </p:nvPr>
        </p:nvSpPr>
        <p:spPr>
          <a:xfrm>
            <a:off x="4808153" y="2799075"/>
            <a:ext cx="6456747" cy="1298219"/>
          </a:xfrm>
        </p:spPr>
        <p:txBody>
          <a:bodyPr/>
          <a:lstStyle/>
          <a:p>
            <a:r>
              <a:rPr lang="en-US" noProof="0" dirty="0"/>
              <a:t>Subsection name</a:t>
            </a:r>
          </a:p>
        </p:txBody>
      </p:sp>
      <p:sp>
        <p:nvSpPr>
          <p:cNvPr id="4" name="Sottotitolo 3"/>
          <p:cNvSpPr>
            <a:spLocks noGrp="1"/>
          </p:cNvSpPr>
          <p:nvPr>
            <p:ph type="subTitle" idx="1"/>
          </p:nvPr>
        </p:nvSpPr>
        <p:spPr>
          <a:xfrm>
            <a:off x="4808153" y="4306888"/>
            <a:ext cx="6456747" cy="1655762"/>
          </a:xfrm>
        </p:spPr>
        <p:txBody>
          <a:bodyPr>
            <a:normAutofit/>
          </a:bodyPr>
          <a:lstStyle/>
          <a:p>
            <a:r>
              <a:rPr lang="en-GB" dirty="0"/>
              <a:t>Use these sparingly, </a:t>
            </a:r>
            <a:br>
              <a:rPr lang="en-GB" dirty="0"/>
            </a:br>
            <a:r>
              <a:rPr lang="en-GB" dirty="0"/>
              <a:t>only in long presentations (30+ mins).</a:t>
            </a:r>
          </a:p>
        </p:txBody>
      </p:sp>
    </p:spTree>
    <p:extLst>
      <p:ext uri="{BB962C8B-B14F-4D97-AF65-F5344CB8AC3E}">
        <p14:creationId xmlns:p14="http://schemas.microsoft.com/office/powerpoint/2010/main" val="3409769365"/>
      </p:ext>
    </p:extLst>
  </p:cSld>
  <p:clrMapOvr>
    <a:masterClrMapping/>
  </p:clrMapOvr>
  <p:transition spd="med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58FD8-12B5-4C84-A68C-B520509EAB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Subsection name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544AA9-8A54-96DB-133B-2D1757B545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Use these sparingly, </a:t>
            </a:r>
            <a:br>
              <a:rPr lang="en-GB" dirty="0"/>
            </a:br>
            <a:r>
              <a:rPr lang="en-GB" dirty="0"/>
              <a:t>only in long presentations (30+ mins).</a:t>
            </a:r>
          </a:p>
        </p:txBody>
      </p:sp>
    </p:spTree>
    <p:extLst>
      <p:ext uri="{BB962C8B-B14F-4D97-AF65-F5344CB8AC3E}">
        <p14:creationId xmlns:p14="http://schemas.microsoft.com/office/powerpoint/2010/main" val="519364351"/>
      </p:ext>
    </p:extLst>
  </p:cSld>
  <p:clrMapOvr>
    <a:masterClrMapping/>
  </p:clrMapOvr>
  <p:transition spd="med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5">
            <a:extLst>
              <a:ext uri="{FF2B5EF4-FFF2-40B4-BE49-F238E27FC236}">
                <a16:creationId xmlns:a16="http://schemas.microsoft.com/office/drawing/2014/main" id="{CE4AAAD5-C623-409B-8708-5B931633AFA7}"/>
              </a:ext>
            </a:extLst>
          </p:cNvPr>
          <p:cNvSpPr txBox="1"/>
          <p:nvPr/>
        </p:nvSpPr>
        <p:spPr>
          <a:xfrm>
            <a:off x="3570083" y="3228945"/>
            <a:ext cx="5051834" cy="40011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/>
        </p:spPr>
        <p:txBody>
          <a:bodyPr wrap="square" rtlCol="0">
            <a:sp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000">
                <a:solidFill>
                  <a:schemeClr val="tx1">
                    <a:lumMod val="65000"/>
                    <a:lumOff val="35000"/>
                  </a:schemeClr>
                </a:solidFill>
              </a:rPr>
              <a:t>© 2020 </a:t>
            </a:r>
            <a:r>
              <a:rPr lang="en-GB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Marco Coraggio, </a:t>
            </a:r>
            <a:r>
              <a:rPr lang="en-GB" sz="1000" dirty="0">
                <a:solidFill>
                  <a:schemeClr val="tx1">
                    <a:lumMod val="65000"/>
                    <a:lumOff val="35000"/>
                  </a:schemeClr>
                </a:solidFill>
                <a:hlinkClick r:id="rId2"/>
              </a:rPr>
              <a:t>CC BY-NC-SA</a:t>
            </a:r>
            <a:r>
              <a:rPr lang="en-GB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pPr algn="ctr"/>
            <a:r>
              <a:rPr lang="en-GB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(Creative Commons Attribution-</a:t>
            </a:r>
            <a:r>
              <a:rPr lang="en-GB" sz="1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NonCommercial</a:t>
            </a:r>
            <a:r>
              <a:rPr lang="en-GB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</a:t>
            </a:r>
            <a:r>
              <a:rPr lang="en-GB" sz="1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ShareAlike</a:t>
            </a:r>
            <a:r>
              <a:rPr lang="en-GB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4.0 International License)  </a:t>
            </a:r>
          </a:p>
        </p:txBody>
      </p:sp>
    </p:spTree>
    <p:extLst>
      <p:ext uri="{BB962C8B-B14F-4D97-AF65-F5344CB8AC3E}">
        <p14:creationId xmlns:p14="http://schemas.microsoft.com/office/powerpoint/2010/main" val="5847015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,2362"/>
  <p:tag name="ORIGINALWIDTH" val="1524,559"/>
  <p:tag name="OUTPUTTYPE" val="PNG"/>
  <p:tag name="IGUANATEXVERSION" val="160"/>
  <p:tag name="LATEXADDIN" val="\documentclass{article}&#10;\usepackage{amsmath}               % math functionalities&#10;\usepackage{amssymb}               % math symbols&#10;\usepackage{mathtools}             % math functionalities&#10;\usepackage{bm}                    % bold greek letters&#10;\usepackage[svgnames]{xcolor}      % change text color&#10;\usepackage{newtxtext}&#10;\usepackage{newtxmath}&#10;\newcommand{\T}{^{\mathsf{T}}}&#10;\newcommand{\R}[1]{\mathrm{#1}}&#10;\newcommand{\ON}[1]{\operatorname{#1}}&#10;\newcommand{\B}[1]{\if#1\relax\bm{#1}\else\mathbf{#1}\fi} % bold text&#10;\renewcommand{\vec}[1]{\if#1\relax\bm{#1}\else\mathbf{#1}\fi} % vectors&#10;\newcommand{\mat}[1]{\if#1\relax\bm{#1}\else\mathbf{#1}\fi}   % matrices&#10;\newcommand{\BB}[1]{\mathbb{#1}}&#10;\newcommand{\C}[1]{\mathcal{#1}}&#10;\newcommand{\abs}[1]{\left\lvert #1 \right\rvert}&#10;\newcommand{\norm}[1]{\left\lVert #1 \right\rVert}&#10;\newcommand{\overbar}[1]{\mkern 1.5mu\overline{\mkern-1.5mu#1\mkern-1.5mu}\mkern 1.5mu}&#10;\pagestyle{empty}&#10;\begin{document}&#10;&#10;\[&#10;\dot{\B{x}} = \B{A} \B{x} + \B{B} u, \quad \B{x} \in \mathbb{R}^n, u \in \mathbb{R}.&#10;\]&#10;&#10;\end{document}"/>
  <p:tag name="IGUANATEXSIZE" val="24"/>
  <p:tag name="IGUANATEXCURSOR" val="953"/>
  <p:tag name="TRANSPARENCY" val="True"/>
  <p:tag name="LATEXENGINEID" val="0"/>
  <p:tag name="TEMPFOLDER" val="C:\Users\marco\OneDrive\Documenti\IguanaTeX\"/>
  <p:tag name="LATEXFORMHEIGHT" val="512,25"/>
  <p:tag name="LATEXFORMWIDTH" val="715,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6,98914"/>
  <p:tag name="ORIGINALWIDTH" val="656,168"/>
  <p:tag name="LATEXADDIN" val="\documentclass{article}&#10;\usepackage{amsmath}               % math functionalities&#10;\usepackage{amssymb}               % math symbols&#10;\usepackage{mathtools}             % math functionalities&#10;\usepackage{bm}                    % bold greek letters&#10;\usepackage[svgnames]{xcolor}      % change text color&#10;\usepackage{newtxtext}&#10;\usepackage{newtxmath}&#10;\newcommand{\T}{^{\mathsf{T}}}     % transpose symbol shortcut&#10;\newcommand{\B}[1]{\if#1\relax\bm{#1}\else\mathbf{#1}\fi} % bold shortcut&#10;\newcommand{\BB}[1]{\mathbb{#1}}   % blackboard font shortcut&#10;\newcommand{\R}[1]{\mathrm{#1}}    % upright font shortcut       &#10;\newcommand{\C}[1]{\mathcal{#1}}   % calligraphic font shortcut       &#10;\definecolor{mygray}{RGB}{89, 89, 89}&#10;\pagestyle{empty}&#10;\begin{document}&#10;&#10;\[&#10;\dot{\B{x}} = \B{A} \B{x} + \B{B} u.&#10;\]&#10;&#10;\end{document}"/>
  <p:tag name="IGUANATEXSIZE" val="24"/>
  <p:tag name="IGUANATEXCURSOR" val="346"/>
  <p:tag name="TRANSPARENCY" val="True"/>
  <p:tag name="FILENAME" val=""/>
  <p:tag name="LATEXENGINEID" val="0"/>
  <p:tag name="TEMPFOLDER" val="c:\marco_archivio\"/>
  <p:tag name="LATEXFORMHEIGHT" val="512,25"/>
  <p:tag name="LATEXFORMWIDTH" val="715,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6,98914"/>
  <p:tag name="ORIGINALWIDTH" val="270,7162"/>
  <p:tag name="OUTPUTTYPE" val="PNG"/>
  <p:tag name="IGUANATEXVERSION" val="160"/>
  <p:tag name="LATEXADDIN" val="\documentclass{article}&#10;\usepackage{amsmath}               % math functionalities&#10;\usepackage{amssymb}               % math symbols&#10;\usepackage{mathtools}             % math functionalities&#10;\usepackage{bm}                    % bold greek letters&#10;\usepackage[svgnames]{xcolor}      % change text color&#10;\usepackage{newtxtext}&#10;\usepackage{newtxmath}&#10;\newcommand{\T}{^{\mathsf{T}}}     % transpose symbol shortcut&#10;\newcommand{\B}[1]{\if#1\relax\bm{#1}\else\mathbf{#1}\fi} % bold shortcut&#10;\newcommand{\BB}[1]{\mathbb{#1}}   % blackboard font shortcut&#10;\newcommand{\R}[1]{\mathrm{#1}}    % upright font shortcut       &#10;\newcommand{\C}[1]{\mathcal{#1}}   % calligraphic font shortcut       &#10;\definecolor{mygray}{RGB}{89, 89, 89}&#10;\pagestyle{empty}&#10;\begin{document}&#10;&#10;\color{mygray}&#10;\[&#10;a = b&#10;\]&#10;&#10;\end{document}"/>
  <p:tag name="IGUANATEXSIZE" val="16"/>
  <p:tag name="IGUANATEXCURSOR" val="346"/>
  <p:tag name="TRANSPARENCY" val="True"/>
  <p:tag name="LATEXENGINEID" val="0"/>
  <p:tag name="TEMPFOLDER" val="C:\Users\marco\AppData\Roaming\Microsoft\AddIns\temp\"/>
  <p:tag name="LATEXFORMHEIGHT" val="512,25"/>
  <p:tag name="LATEXFORMWIDTH" val="715,5"/>
  <p:tag name="LATEXFORMWRAP" val="True"/>
  <p:tag name="BITMAPVECTOR" val="0"/>
</p:tagLst>
</file>

<file path=ppt/theme/theme1.xml><?xml version="1.0" encoding="utf-8"?>
<a:theme xmlns:a="http://schemas.openxmlformats.org/drawingml/2006/main" name="Tema di Office">
  <a:themeElements>
    <a:clrScheme name="Custom 7">
      <a:dk1>
        <a:srgbClr val="000000"/>
      </a:dk1>
      <a:lt1>
        <a:srgbClr val="FFFFFF"/>
      </a:lt1>
      <a:dk2>
        <a:srgbClr val="7D3D19"/>
      </a:dk2>
      <a:lt2>
        <a:srgbClr val="F6B94A"/>
      </a:lt2>
      <a:accent1>
        <a:srgbClr val="263D3E"/>
      </a:accent1>
      <a:accent2>
        <a:srgbClr val="ADCFCC"/>
      </a:accent2>
      <a:accent3>
        <a:srgbClr val="FFFFFF"/>
      </a:accent3>
      <a:accent4>
        <a:srgbClr val="F6B94A"/>
      </a:accent4>
      <a:accent5>
        <a:srgbClr val="12467A"/>
      </a:accent5>
      <a:accent6>
        <a:srgbClr val="0070C0"/>
      </a:accent6>
      <a:hlink>
        <a:srgbClr val="56C7AA"/>
      </a:hlink>
      <a:folHlink>
        <a:srgbClr val="59A8D1"/>
      </a:folHlink>
    </a:clrScheme>
    <a:fontScheme name="Personalizzato 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28116</TotalTime>
  <Words>1031</Words>
  <Application>Microsoft Office PowerPoint</Application>
  <PresentationFormat>Widescreen</PresentationFormat>
  <Paragraphs>134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Consolas</vt:lpstr>
      <vt:lpstr>NimbusRomNo9L</vt:lpstr>
      <vt:lpstr>Times New Roman</vt:lpstr>
      <vt:lpstr>Tema di Office</vt:lpstr>
      <vt:lpstr>Title of the presentation</vt:lpstr>
      <vt:lpstr>Outline</vt:lpstr>
      <vt:lpstr>Style guidelines</vt:lpstr>
      <vt:lpstr>Mathematics</vt:lpstr>
      <vt:lpstr>Theorem box and references</vt:lpstr>
      <vt:lpstr>Tools to clarify and highlight</vt:lpstr>
      <vt:lpstr>Text elements</vt:lpstr>
      <vt:lpstr>Table and boxed footnote</vt:lpstr>
      <vt:lpstr>Fonts</vt:lpstr>
      <vt:lpstr>PowerPoint Presentation</vt:lpstr>
      <vt:lpstr>Comparison</vt:lpstr>
      <vt:lpstr>Compatibility</vt:lpstr>
      <vt:lpstr>Conclusion</vt:lpstr>
      <vt:lpstr>References</vt:lpstr>
      <vt:lpstr>PowerPoint Presentation</vt:lpstr>
      <vt:lpstr>PowerPoint Presentation</vt:lpstr>
      <vt:lpstr>PowerPoint Presentation</vt:lpstr>
      <vt:lpstr>Section name</vt:lpstr>
      <vt:lpstr>Section name</vt:lpstr>
      <vt:lpstr>Subsection name</vt:lpstr>
      <vt:lpstr>Subsection name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Marco Coraggio</dc:creator>
  <cp:lastModifiedBy>MARCO CORAGGIO</cp:lastModifiedBy>
  <cp:revision>1983</cp:revision>
  <dcterms:created xsi:type="dcterms:W3CDTF">2015-11-02T16:41:54Z</dcterms:created>
  <dcterms:modified xsi:type="dcterms:W3CDTF">2025-03-22T19:35:19Z</dcterms:modified>
</cp:coreProperties>
</file>