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70" r:id="rId1"/>
  </p:sldMasterIdLst>
  <p:notesMasterIdLst>
    <p:notesMasterId r:id="rId20"/>
  </p:notesMasterIdLst>
  <p:sldIdLst>
    <p:sldId id="766" r:id="rId2"/>
    <p:sldId id="754" r:id="rId3"/>
    <p:sldId id="772" r:id="rId4"/>
    <p:sldId id="790" r:id="rId5"/>
    <p:sldId id="773" r:id="rId6"/>
    <p:sldId id="774" r:id="rId7"/>
    <p:sldId id="775" r:id="rId8"/>
    <p:sldId id="776" r:id="rId9"/>
    <p:sldId id="778" r:id="rId10"/>
    <p:sldId id="789" r:id="rId11"/>
    <p:sldId id="780" r:id="rId12"/>
    <p:sldId id="781" r:id="rId13"/>
    <p:sldId id="782" r:id="rId14"/>
    <p:sldId id="786" r:id="rId15"/>
    <p:sldId id="787" r:id="rId16"/>
    <p:sldId id="788" r:id="rId17"/>
    <p:sldId id="783" r:id="rId18"/>
    <p:sldId id="785" r:id="rId19"/>
  </p:sldIdLst>
  <p:sldSz cx="12192000" cy="6858000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Noto Serif" panose="02020502060505020204" pitchFamily="18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7C978343-E237-41B2-81FA-88295E0A2D3A}">
          <p14:sldIdLst>
            <p14:sldId id="766"/>
            <p14:sldId id="754"/>
            <p14:sldId id="772"/>
            <p14:sldId id="790"/>
            <p14:sldId id="773"/>
            <p14:sldId id="774"/>
            <p14:sldId id="775"/>
            <p14:sldId id="776"/>
            <p14:sldId id="778"/>
            <p14:sldId id="789"/>
            <p14:sldId id="780"/>
            <p14:sldId id="781"/>
            <p14:sldId id="782"/>
            <p14:sldId id="786"/>
            <p14:sldId id="787"/>
            <p14:sldId id="788"/>
            <p14:sldId id="783"/>
            <p14:sldId id="7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EEF5FC"/>
    <a:srgbClr val="185CA0"/>
    <a:srgbClr val="F0F0F0"/>
    <a:srgbClr val="7FA6C6"/>
    <a:srgbClr val="FF9999"/>
    <a:srgbClr val="390309"/>
    <a:srgbClr val="A90B1E"/>
    <a:srgbClr val="8A0917"/>
    <a:srgbClr val="EE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Stile chiaro 2 - Color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03447BB-5D67-496B-8E87-E561075AD55C}" styleName="Stile scuro 1 - Color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6" autoAdjust="0"/>
    <p:restoredTop sz="95054" autoAdjust="0"/>
  </p:normalViewPr>
  <p:slideViewPr>
    <p:cSldViewPr snapToGrid="0">
      <p:cViewPr>
        <p:scale>
          <a:sx n="66" d="100"/>
          <a:sy n="66" d="100"/>
        </p:scale>
        <p:origin x="2196" y="9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oraggio" userId="82d2aef7352d2ea4" providerId="LiveId" clId="{25C93A90-3705-4EA7-AE69-2BA57DCBAE6E}"/>
    <pc:docChg chg="undo redo custSel modSld">
      <pc:chgData name="Marco Coraggio" userId="82d2aef7352d2ea4" providerId="LiveId" clId="{25C93A90-3705-4EA7-AE69-2BA57DCBAE6E}" dt="2026-05-23T10:50:06.693" v="13" actId="6549"/>
      <pc:docMkLst>
        <pc:docMk/>
      </pc:docMkLst>
      <pc:sldChg chg="modSp mod">
        <pc:chgData name="Marco Coraggio" userId="82d2aef7352d2ea4" providerId="LiveId" clId="{25C93A90-3705-4EA7-AE69-2BA57DCBAE6E}" dt="2026-05-23T10:50:06.693" v="13" actId="6549"/>
        <pc:sldMkLst>
          <pc:docMk/>
          <pc:sldMk cId="3572392672" sldId="790"/>
        </pc:sldMkLst>
        <pc:spChg chg="mod">
          <ac:chgData name="Marco Coraggio" userId="82d2aef7352d2ea4" providerId="LiveId" clId="{25C93A90-3705-4EA7-AE69-2BA57DCBAE6E}" dt="2026-05-23T10:43:59.728" v="1" actId="20577"/>
          <ac:spMkLst>
            <pc:docMk/>
            <pc:sldMk cId="3572392672" sldId="790"/>
            <ac:spMk id="5" creationId="{B49C5EBD-FE03-2494-CD5B-07D76DACE69B}"/>
          </ac:spMkLst>
        </pc:spChg>
        <pc:spChg chg="mod">
          <ac:chgData name="Marco Coraggio" userId="82d2aef7352d2ea4" providerId="LiveId" clId="{25C93A90-3705-4EA7-AE69-2BA57DCBAE6E}" dt="2026-05-23T10:44:07.301" v="4" actId="20577"/>
          <ac:spMkLst>
            <pc:docMk/>
            <pc:sldMk cId="3572392672" sldId="790"/>
            <ac:spMk id="9" creationId="{F9ABE668-BE69-2604-3EB5-D6FBDCC6E5E1}"/>
          </ac:spMkLst>
        </pc:spChg>
        <pc:spChg chg="mod">
          <ac:chgData name="Marco Coraggio" userId="82d2aef7352d2ea4" providerId="LiveId" clId="{25C93A90-3705-4EA7-AE69-2BA57DCBAE6E}" dt="2026-05-23T10:44:04.806" v="3" actId="20577"/>
          <ac:spMkLst>
            <pc:docMk/>
            <pc:sldMk cId="3572392672" sldId="790"/>
            <ac:spMk id="10" creationId="{08560AFC-A43B-43E0-20C1-E35E0F5BC518}"/>
          </ac:spMkLst>
        </pc:spChg>
        <pc:spChg chg="mod">
          <ac:chgData name="Marco Coraggio" userId="82d2aef7352d2ea4" providerId="LiveId" clId="{25C93A90-3705-4EA7-AE69-2BA57DCBAE6E}" dt="2026-05-23T10:44:02.119" v="2" actId="20577"/>
          <ac:spMkLst>
            <pc:docMk/>
            <pc:sldMk cId="3572392672" sldId="790"/>
            <ac:spMk id="11" creationId="{6D34958E-CC2C-702E-D02F-A61E8299E7BE}"/>
          </ac:spMkLst>
        </pc:spChg>
        <pc:spChg chg="mod">
          <ac:chgData name="Marco Coraggio" userId="82d2aef7352d2ea4" providerId="LiveId" clId="{25C93A90-3705-4EA7-AE69-2BA57DCBAE6E}" dt="2026-05-23T10:44:12.717" v="5" actId="20577"/>
          <ac:spMkLst>
            <pc:docMk/>
            <pc:sldMk cId="3572392672" sldId="790"/>
            <ac:spMk id="13" creationId="{67DA5CB7-671E-E389-F232-9247762CE340}"/>
          </ac:spMkLst>
        </pc:spChg>
        <pc:spChg chg="mod">
          <ac:chgData name="Marco Coraggio" userId="82d2aef7352d2ea4" providerId="LiveId" clId="{25C93A90-3705-4EA7-AE69-2BA57DCBAE6E}" dt="2026-05-23T10:44:32.741" v="9" actId="1037"/>
          <ac:spMkLst>
            <pc:docMk/>
            <pc:sldMk cId="3572392672" sldId="790"/>
            <ac:spMk id="14" creationId="{2E9FB81C-627B-5F24-C587-595301162E0D}"/>
          </ac:spMkLst>
        </pc:spChg>
        <pc:spChg chg="mod">
          <ac:chgData name="Marco Coraggio" userId="82d2aef7352d2ea4" providerId="LiveId" clId="{25C93A90-3705-4EA7-AE69-2BA57DCBAE6E}" dt="2026-05-23T10:50:06.693" v="13" actId="6549"/>
          <ac:spMkLst>
            <pc:docMk/>
            <pc:sldMk cId="3572392672" sldId="790"/>
            <ac:spMk id="27" creationId="{154808E5-AA56-61CE-7382-B325DF42F48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5BA53C-460B-4E8B-A74E-0DC8BAF7D2AC}" type="doc">
      <dgm:prSet loTypeId="urn:microsoft.com/office/officeart/2005/8/layout/hierarchy2" loCatId="hierarchy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3D641CC3-1BD3-429D-9EE8-C8B95D2C8E9F}">
      <dgm:prSet phldrT="[Text]" custT="1"/>
      <dgm:spPr>
        <a:solidFill>
          <a:srgbClr val="EEF5FC"/>
        </a:solidFill>
        <a:ln w="12700" cap="rnd">
          <a:solidFill>
            <a:schemeClr val="accent5">
              <a:alpha val="50000"/>
            </a:schemeClr>
          </a:solidFill>
          <a:round/>
        </a:ln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a tree</a:t>
          </a:r>
          <a:endParaRPr lang="en-US" sz="1400" dirty="0">
            <a:solidFill>
              <a:schemeClr val="tx1"/>
            </a:solidFill>
          </a:endParaRPr>
        </a:p>
      </dgm:t>
    </dgm:pt>
    <dgm:pt modelId="{55389D98-EF18-4D20-B954-015C6223614C}" type="parTrans" cxnId="{27CDDCD2-4878-4FA3-AF12-20DA7239B8B6}">
      <dgm:prSet/>
      <dgm:spPr/>
      <dgm:t>
        <a:bodyPr/>
        <a:lstStyle/>
        <a:p>
          <a:endParaRPr lang="en-US"/>
        </a:p>
      </dgm:t>
    </dgm:pt>
    <dgm:pt modelId="{AA679665-C499-4F13-8AA0-2EB571B6BEF7}" type="sibTrans" cxnId="{27CDDCD2-4878-4FA3-AF12-20DA7239B8B6}">
      <dgm:prSet/>
      <dgm:spPr/>
      <dgm:t>
        <a:bodyPr/>
        <a:lstStyle/>
        <a:p>
          <a:endParaRPr lang="en-US"/>
        </a:p>
      </dgm:t>
    </dgm:pt>
    <dgm:pt modelId="{156DB481-7E14-4D9E-A1F8-51EDF55372DF}">
      <dgm:prSet phldrT="[Text]" custT="1"/>
      <dgm:spPr>
        <a:solidFill>
          <a:srgbClr val="EEF5FC"/>
        </a:solidFill>
        <a:ln w="12700" cap="rnd">
          <a:solidFill>
            <a:schemeClr val="accent5">
              <a:alpha val="50000"/>
            </a:schemeClr>
          </a:solidFill>
          <a:round/>
        </a:ln>
      </dgm:spPr>
      <dgm:t>
        <a:bodyPr/>
        <a:lstStyle/>
        <a:p>
          <a:r>
            <a:rPr lang="en-US" sz="2000" dirty="0"/>
            <a:t>of</a:t>
          </a:r>
        </a:p>
      </dgm:t>
    </dgm:pt>
    <dgm:pt modelId="{A4BB7120-E96C-4844-8D54-0D3C3A4D05A8}" type="parTrans" cxnId="{32BB794B-942D-4C48-AF7E-CF8039D33583}">
      <dgm:prSet/>
      <dgm:spPr>
        <a:ln w="28575">
          <a:solidFill>
            <a:schemeClr val="accent5"/>
          </a:solidFill>
          <a:headEnd type="none" w="med" len="med"/>
          <a:tailEnd type="triangle" w="lg" len="lg"/>
        </a:ln>
      </dgm:spPr>
      <dgm:t>
        <a:bodyPr/>
        <a:lstStyle/>
        <a:p>
          <a:endParaRPr lang="en-US"/>
        </a:p>
      </dgm:t>
    </dgm:pt>
    <dgm:pt modelId="{C4A4AF39-5256-4B49-91A5-96ED2A805E94}" type="sibTrans" cxnId="{32BB794B-942D-4C48-AF7E-CF8039D33583}">
      <dgm:prSet/>
      <dgm:spPr/>
      <dgm:t>
        <a:bodyPr/>
        <a:lstStyle/>
        <a:p>
          <a:endParaRPr lang="en-US"/>
        </a:p>
      </dgm:t>
    </dgm:pt>
    <dgm:pt modelId="{7D746F77-F001-4419-A7DF-572A8BA3C02A}">
      <dgm:prSet phldrT="[Text]" custT="1"/>
      <dgm:spPr>
        <a:solidFill>
          <a:srgbClr val="EEF5FC"/>
        </a:solidFill>
        <a:ln w="12700" cap="rnd">
          <a:solidFill>
            <a:schemeClr val="accent5">
              <a:alpha val="50000"/>
            </a:schemeClr>
          </a:solidFill>
          <a:round/>
        </a:ln>
      </dgm:spPr>
      <dgm:t>
        <a:bodyPr/>
        <a:lstStyle/>
        <a:p>
          <a:r>
            <a:rPr lang="en-US" sz="2000" dirty="0"/>
            <a:t>relations</a:t>
          </a:r>
        </a:p>
      </dgm:t>
    </dgm:pt>
    <dgm:pt modelId="{B4FF7FB5-55AA-48FA-9826-AD43013A3C90}" type="parTrans" cxnId="{321398C3-875F-48D2-8B1A-1F1037A4F37C}">
      <dgm:prSet/>
      <dgm:spPr>
        <a:ln w="28575">
          <a:solidFill>
            <a:schemeClr val="accent5"/>
          </a:solidFill>
          <a:headEnd type="none" w="med" len="med"/>
          <a:tailEnd type="triangle" w="lg" len="lg"/>
        </a:ln>
      </dgm:spPr>
      <dgm:t>
        <a:bodyPr/>
        <a:lstStyle/>
        <a:p>
          <a:endParaRPr lang="en-US"/>
        </a:p>
      </dgm:t>
    </dgm:pt>
    <dgm:pt modelId="{D3370FF7-C23B-49A6-9D7C-EB0487471384}" type="sibTrans" cxnId="{321398C3-875F-48D2-8B1A-1F1037A4F37C}">
      <dgm:prSet/>
      <dgm:spPr/>
      <dgm:t>
        <a:bodyPr/>
        <a:lstStyle/>
        <a:p>
          <a:endParaRPr lang="en-US"/>
        </a:p>
      </dgm:t>
    </dgm:pt>
    <dgm:pt modelId="{348B8B29-CBD7-40F6-8144-0D2571413E9C}">
      <dgm:prSet phldrT="[Text]" custT="1"/>
      <dgm:spPr>
        <a:solidFill>
          <a:srgbClr val="EEF5FC"/>
        </a:solidFill>
        <a:ln w="12700" cap="rnd">
          <a:solidFill>
            <a:schemeClr val="accent5">
              <a:alpha val="50000"/>
            </a:schemeClr>
          </a:solidFill>
          <a:round/>
        </a:ln>
      </dgm:spPr>
      <dgm:t>
        <a:bodyPr/>
        <a:lstStyle/>
        <a:p>
          <a:r>
            <a:rPr lang="en-US" sz="2000" dirty="0"/>
            <a:t>…</a:t>
          </a:r>
        </a:p>
      </dgm:t>
    </dgm:pt>
    <dgm:pt modelId="{87059D1F-6339-4A47-A834-B797BD0A1C7C}" type="parTrans" cxnId="{731049AE-62E1-47FD-9F2B-D9720AB271E4}">
      <dgm:prSet/>
      <dgm:spPr>
        <a:ln w="28575">
          <a:solidFill>
            <a:schemeClr val="accent5"/>
          </a:solidFill>
          <a:tailEnd type="triangle" w="lg" len="lg"/>
        </a:ln>
      </dgm:spPr>
      <dgm:t>
        <a:bodyPr/>
        <a:lstStyle/>
        <a:p>
          <a:endParaRPr lang="en-US"/>
        </a:p>
      </dgm:t>
    </dgm:pt>
    <dgm:pt modelId="{EA84DCF0-A175-42EA-8579-862F33604DF9}" type="sibTrans" cxnId="{731049AE-62E1-47FD-9F2B-D9720AB271E4}">
      <dgm:prSet/>
      <dgm:spPr/>
      <dgm:t>
        <a:bodyPr/>
        <a:lstStyle/>
        <a:p>
          <a:endParaRPr lang="en-US"/>
        </a:p>
      </dgm:t>
    </dgm:pt>
    <dgm:pt modelId="{A3ADD0E0-B849-4955-85CE-C45CF8A4E128}" type="pres">
      <dgm:prSet presAssocID="{7C5BA53C-460B-4E8B-A74E-0DC8BAF7D2A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77795F6-2EA9-45A0-AFAF-932936745BF7}" type="pres">
      <dgm:prSet presAssocID="{3D641CC3-1BD3-429D-9EE8-C8B95D2C8E9F}" presName="root1" presStyleCnt="0"/>
      <dgm:spPr/>
    </dgm:pt>
    <dgm:pt modelId="{4B90F2B9-5760-4C30-8A77-8EF1B0E51A80}" type="pres">
      <dgm:prSet presAssocID="{3D641CC3-1BD3-429D-9EE8-C8B95D2C8E9F}" presName="LevelOneTextNode" presStyleLbl="node0" presStyleIdx="0" presStyleCnt="1" custScaleX="232140" custScaleY="142432" custLinFactNeighborX="-39755" custLinFactNeighborY="80">
        <dgm:presLayoutVars>
          <dgm:chPref val="3"/>
        </dgm:presLayoutVars>
      </dgm:prSet>
      <dgm:spPr>
        <a:prstGeom prst="rect">
          <a:avLst/>
        </a:prstGeom>
      </dgm:spPr>
    </dgm:pt>
    <dgm:pt modelId="{A5760B29-5389-4E3A-A488-B062489CEA09}" type="pres">
      <dgm:prSet presAssocID="{3D641CC3-1BD3-429D-9EE8-C8B95D2C8E9F}" presName="level2hierChild" presStyleCnt="0"/>
      <dgm:spPr/>
    </dgm:pt>
    <dgm:pt modelId="{5F12B469-7914-4ABA-840A-913282CE5FC3}" type="pres">
      <dgm:prSet presAssocID="{A4BB7120-E96C-4844-8D54-0D3C3A4D05A8}" presName="conn2-1" presStyleLbl="parChTrans1D2" presStyleIdx="0" presStyleCnt="3"/>
      <dgm:spPr/>
    </dgm:pt>
    <dgm:pt modelId="{247EDBD6-9D50-4F4E-926F-75769221A771}" type="pres">
      <dgm:prSet presAssocID="{A4BB7120-E96C-4844-8D54-0D3C3A4D05A8}" presName="connTx" presStyleLbl="parChTrans1D2" presStyleIdx="0" presStyleCnt="3"/>
      <dgm:spPr/>
    </dgm:pt>
    <dgm:pt modelId="{0CB06E9F-B8BA-4C09-B746-4C87472BC9FC}" type="pres">
      <dgm:prSet presAssocID="{156DB481-7E14-4D9E-A1F8-51EDF55372DF}" presName="root2" presStyleCnt="0"/>
      <dgm:spPr/>
    </dgm:pt>
    <dgm:pt modelId="{2D139C1E-E7AF-43C4-B230-41F302D1A1F8}" type="pres">
      <dgm:prSet presAssocID="{156DB481-7E14-4D9E-A1F8-51EDF55372DF}" presName="LevelTwoTextNode" presStyleLbl="node2" presStyleIdx="0" presStyleCnt="3" custScaleX="530606" custScaleY="154069" custLinFactNeighborY="0">
        <dgm:presLayoutVars>
          <dgm:chPref val="3"/>
        </dgm:presLayoutVars>
      </dgm:prSet>
      <dgm:spPr>
        <a:prstGeom prst="rect">
          <a:avLst/>
        </a:prstGeom>
      </dgm:spPr>
    </dgm:pt>
    <dgm:pt modelId="{57C91022-1A55-4A6E-8457-D3618436EBE1}" type="pres">
      <dgm:prSet presAssocID="{156DB481-7E14-4D9E-A1F8-51EDF55372DF}" presName="level3hierChild" presStyleCnt="0"/>
      <dgm:spPr/>
    </dgm:pt>
    <dgm:pt modelId="{3772ED64-091A-4142-88FE-4E941AFAA2A1}" type="pres">
      <dgm:prSet presAssocID="{B4FF7FB5-55AA-48FA-9826-AD43013A3C90}" presName="conn2-1" presStyleLbl="parChTrans1D2" presStyleIdx="1" presStyleCnt="3"/>
      <dgm:spPr/>
    </dgm:pt>
    <dgm:pt modelId="{13AB3E4A-767F-4B82-B2F3-6789D9A05E31}" type="pres">
      <dgm:prSet presAssocID="{B4FF7FB5-55AA-48FA-9826-AD43013A3C90}" presName="connTx" presStyleLbl="parChTrans1D2" presStyleIdx="1" presStyleCnt="3"/>
      <dgm:spPr/>
    </dgm:pt>
    <dgm:pt modelId="{E4543BCF-B43E-4E4A-BF64-E44E03A13E19}" type="pres">
      <dgm:prSet presAssocID="{7D746F77-F001-4419-A7DF-572A8BA3C02A}" presName="root2" presStyleCnt="0"/>
      <dgm:spPr/>
    </dgm:pt>
    <dgm:pt modelId="{834CD1DE-2D6C-4F11-9B45-7CB794A8541E}" type="pres">
      <dgm:prSet presAssocID="{7D746F77-F001-4419-A7DF-572A8BA3C02A}" presName="LevelTwoTextNode" presStyleLbl="node2" presStyleIdx="1" presStyleCnt="3" custScaleX="530606" custScaleY="154069">
        <dgm:presLayoutVars>
          <dgm:chPref val="3"/>
        </dgm:presLayoutVars>
      </dgm:prSet>
      <dgm:spPr>
        <a:prstGeom prst="rect">
          <a:avLst/>
        </a:prstGeom>
      </dgm:spPr>
    </dgm:pt>
    <dgm:pt modelId="{33675573-E3B9-44D3-A694-A5E45743D064}" type="pres">
      <dgm:prSet presAssocID="{7D746F77-F001-4419-A7DF-572A8BA3C02A}" presName="level3hierChild" presStyleCnt="0"/>
      <dgm:spPr/>
    </dgm:pt>
    <dgm:pt modelId="{497348AC-5B53-4C00-A2EA-2D93A06C732B}" type="pres">
      <dgm:prSet presAssocID="{87059D1F-6339-4A47-A834-B797BD0A1C7C}" presName="conn2-1" presStyleLbl="parChTrans1D2" presStyleIdx="2" presStyleCnt="3"/>
      <dgm:spPr/>
    </dgm:pt>
    <dgm:pt modelId="{E753521C-1DE5-4B82-8FA5-DA30E4D50E05}" type="pres">
      <dgm:prSet presAssocID="{87059D1F-6339-4A47-A834-B797BD0A1C7C}" presName="connTx" presStyleLbl="parChTrans1D2" presStyleIdx="2" presStyleCnt="3"/>
      <dgm:spPr/>
    </dgm:pt>
    <dgm:pt modelId="{EFAA9C84-4E44-490B-A98D-462FB952D1DE}" type="pres">
      <dgm:prSet presAssocID="{348B8B29-CBD7-40F6-8144-0D2571413E9C}" presName="root2" presStyleCnt="0"/>
      <dgm:spPr/>
    </dgm:pt>
    <dgm:pt modelId="{FFC00012-3B31-4E71-BB1C-854C72E53CF8}" type="pres">
      <dgm:prSet presAssocID="{348B8B29-CBD7-40F6-8144-0D2571413E9C}" presName="LevelTwoTextNode" presStyleLbl="node2" presStyleIdx="2" presStyleCnt="3" custScaleX="530606" custScaleY="154069">
        <dgm:presLayoutVars>
          <dgm:chPref val="3"/>
        </dgm:presLayoutVars>
      </dgm:prSet>
      <dgm:spPr>
        <a:prstGeom prst="rect">
          <a:avLst/>
        </a:prstGeom>
      </dgm:spPr>
    </dgm:pt>
    <dgm:pt modelId="{B5477D15-13D0-46B7-8671-838D562A58D7}" type="pres">
      <dgm:prSet presAssocID="{348B8B29-CBD7-40F6-8144-0D2571413E9C}" presName="level3hierChild" presStyleCnt="0"/>
      <dgm:spPr/>
    </dgm:pt>
  </dgm:ptLst>
  <dgm:cxnLst>
    <dgm:cxn modelId="{00736A02-7358-471D-8871-908613F7EA32}" type="presOf" srcId="{348B8B29-CBD7-40F6-8144-0D2571413E9C}" destId="{FFC00012-3B31-4E71-BB1C-854C72E53CF8}" srcOrd="0" destOrd="0" presId="urn:microsoft.com/office/officeart/2005/8/layout/hierarchy2"/>
    <dgm:cxn modelId="{87DC9827-1DCC-41E2-A32D-C2B85E07382F}" type="presOf" srcId="{3D641CC3-1BD3-429D-9EE8-C8B95D2C8E9F}" destId="{4B90F2B9-5760-4C30-8A77-8EF1B0E51A80}" srcOrd="0" destOrd="0" presId="urn:microsoft.com/office/officeart/2005/8/layout/hierarchy2"/>
    <dgm:cxn modelId="{65AA0967-B6DE-4D35-915B-86804CB22F9A}" type="presOf" srcId="{87059D1F-6339-4A47-A834-B797BD0A1C7C}" destId="{E753521C-1DE5-4B82-8FA5-DA30E4D50E05}" srcOrd="1" destOrd="0" presId="urn:microsoft.com/office/officeart/2005/8/layout/hierarchy2"/>
    <dgm:cxn modelId="{5CB3B969-C542-455C-8909-281CB3B97091}" type="presOf" srcId="{7D746F77-F001-4419-A7DF-572A8BA3C02A}" destId="{834CD1DE-2D6C-4F11-9B45-7CB794A8541E}" srcOrd="0" destOrd="0" presId="urn:microsoft.com/office/officeart/2005/8/layout/hierarchy2"/>
    <dgm:cxn modelId="{32BB794B-942D-4C48-AF7E-CF8039D33583}" srcId="{3D641CC3-1BD3-429D-9EE8-C8B95D2C8E9F}" destId="{156DB481-7E14-4D9E-A1F8-51EDF55372DF}" srcOrd="0" destOrd="0" parTransId="{A4BB7120-E96C-4844-8D54-0D3C3A4D05A8}" sibTransId="{C4A4AF39-5256-4B49-91A5-96ED2A805E94}"/>
    <dgm:cxn modelId="{EE46797A-5AA8-4040-91C4-BB1A362A2DC2}" type="presOf" srcId="{156DB481-7E14-4D9E-A1F8-51EDF55372DF}" destId="{2D139C1E-E7AF-43C4-B230-41F302D1A1F8}" srcOrd="0" destOrd="0" presId="urn:microsoft.com/office/officeart/2005/8/layout/hierarchy2"/>
    <dgm:cxn modelId="{BAAE3B8B-8961-4509-A801-FE5E1C2E41B6}" type="presOf" srcId="{B4FF7FB5-55AA-48FA-9826-AD43013A3C90}" destId="{13AB3E4A-767F-4B82-B2F3-6789D9A05E31}" srcOrd="1" destOrd="0" presId="urn:microsoft.com/office/officeart/2005/8/layout/hierarchy2"/>
    <dgm:cxn modelId="{0C36A3A4-6A81-4A05-8ADF-FC155F25E95E}" type="presOf" srcId="{B4FF7FB5-55AA-48FA-9826-AD43013A3C90}" destId="{3772ED64-091A-4142-88FE-4E941AFAA2A1}" srcOrd="0" destOrd="0" presId="urn:microsoft.com/office/officeart/2005/8/layout/hierarchy2"/>
    <dgm:cxn modelId="{C2622BAA-2B2E-43BB-B397-2944DAC31F9C}" type="presOf" srcId="{87059D1F-6339-4A47-A834-B797BD0A1C7C}" destId="{497348AC-5B53-4C00-A2EA-2D93A06C732B}" srcOrd="0" destOrd="0" presId="urn:microsoft.com/office/officeart/2005/8/layout/hierarchy2"/>
    <dgm:cxn modelId="{731049AE-62E1-47FD-9F2B-D9720AB271E4}" srcId="{3D641CC3-1BD3-429D-9EE8-C8B95D2C8E9F}" destId="{348B8B29-CBD7-40F6-8144-0D2571413E9C}" srcOrd="2" destOrd="0" parTransId="{87059D1F-6339-4A47-A834-B797BD0A1C7C}" sibTransId="{EA84DCF0-A175-42EA-8579-862F33604DF9}"/>
    <dgm:cxn modelId="{2D3D7FB9-EBB8-4BE8-B5EF-2A21E9B63922}" type="presOf" srcId="{A4BB7120-E96C-4844-8D54-0D3C3A4D05A8}" destId="{5F12B469-7914-4ABA-840A-913282CE5FC3}" srcOrd="0" destOrd="0" presId="urn:microsoft.com/office/officeart/2005/8/layout/hierarchy2"/>
    <dgm:cxn modelId="{321398C3-875F-48D2-8B1A-1F1037A4F37C}" srcId="{3D641CC3-1BD3-429D-9EE8-C8B95D2C8E9F}" destId="{7D746F77-F001-4419-A7DF-572A8BA3C02A}" srcOrd="1" destOrd="0" parTransId="{B4FF7FB5-55AA-48FA-9826-AD43013A3C90}" sibTransId="{D3370FF7-C23B-49A6-9D7C-EB0487471384}"/>
    <dgm:cxn modelId="{27CDDCD2-4878-4FA3-AF12-20DA7239B8B6}" srcId="{7C5BA53C-460B-4E8B-A74E-0DC8BAF7D2AC}" destId="{3D641CC3-1BD3-429D-9EE8-C8B95D2C8E9F}" srcOrd="0" destOrd="0" parTransId="{55389D98-EF18-4D20-B954-015C6223614C}" sibTransId="{AA679665-C499-4F13-8AA0-2EB571B6BEF7}"/>
    <dgm:cxn modelId="{722F7EDC-9418-4D72-AE0D-1EE2AD154336}" type="presOf" srcId="{7C5BA53C-460B-4E8B-A74E-0DC8BAF7D2AC}" destId="{A3ADD0E0-B849-4955-85CE-C45CF8A4E128}" srcOrd="0" destOrd="0" presId="urn:microsoft.com/office/officeart/2005/8/layout/hierarchy2"/>
    <dgm:cxn modelId="{36FB08EF-4263-4733-8798-6568BF2BCF99}" type="presOf" srcId="{A4BB7120-E96C-4844-8D54-0D3C3A4D05A8}" destId="{247EDBD6-9D50-4F4E-926F-75769221A771}" srcOrd="1" destOrd="0" presId="urn:microsoft.com/office/officeart/2005/8/layout/hierarchy2"/>
    <dgm:cxn modelId="{F91284C4-0DB2-45D0-B47A-D00B3B80218B}" type="presParOf" srcId="{A3ADD0E0-B849-4955-85CE-C45CF8A4E128}" destId="{D77795F6-2EA9-45A0-AFAF-932936745BF7}" srcOrd="0" destOrd="0" presId="urn:microsoft.com/office/officeart/2005/8/layout/hierarchy2"/>
    <dgm:cxn modelId="{64093999-8990-4CA3-A9EF-F9EBC743A68F}" type="presParOf" srcId="{D77795F6-2EA9-45A0-AFAF-932936745BF7}" destId="{4B90F2B9-5760-4C30-8A77-8EF1B0E51A80}" srcOrd="0" destOrd="0" presId="urn:microsoft.com/office/officeart/2005/8/layout/hierarchy2"/>
    <dgm:cxn modelId="{071E8FA3-8568-48ED-8BDC-F5448B6A0B1C}" type="presParOf" srcId="{D77795F6-2EA9-45A0-AFAF-932936745BF7}" destId="{A5760B29-5389-4E3A-A488-B062489CEA09}" srcOrd="1" destOrd="0" presId="urn:microsoft.com/office/officeart/2005/8/layout/hierarchy2"/>
    <dgm:cxn modelId="{CAF59ACC-6073-412B-A8F6-0ACF723706DC}" type="presParOf" srcId="{A5760B29-5389-4E3A-A488-B062489CEA09}" destId="{5F12B469-7914-4ABA-840A-913282CE5FC3}" srcOrd="0" destOrd="0" presId="urn:microsoft.com/office/officeart/2005/8/layout/hierarchy2"/>
    <dgm:cxn modelId="{01821523-586A-47C1-BF15-7122F264CBE6}" type="presParOf" srcId="{5F12B469-7914-4ABA-840A-913282CE5FC3}" destId="{247EDBD6-9D50-4F4E-926F-75769221A771}" srcOrd="0" destOrd="0" presId="urn:microsoft.com/office/officeart/2005/8/layout/hierarchy2"/>
    <dgm:cxn modelId="{E8A1BEA9-74CC-4362-B5D9-7CBCE19E30D6}" type="presParOf" srcId="{A5760B29-5389-4E3A-A488-B062489CEA09}" destId="{0CB06E9F-B8BA-4C09-B746-4C87472BC9FC}" srcOrd="1" destOrd="0" presId="urn:microsoft.com/office/officeart/2005/8/layout/hierarchy2"/>
    <dgm:cxn modelId="{F7A5AC96-D5BE-4282-B3D8-4B1DF80D4699}" type="presParOf" srcId="{0CB06E9F-B8BA-4C09-B746-4C87472BC9FC}" destId="{2D139C1E-E7AF-43C4-B230-41F302D1A1F8}" srcOrd="0" destOrd="0" presId="urn:microsoft.com/office/officeart/2005/8/layout/hierarchy2"/>
    <dgm:cxn modelId="{74F1DF3B-A510-416E-A007-11CD6377C0F0}" type="presParOf" srcId="{0CB06E9F-B8BA-4C09-B746-4C87472BC9FC}" destId="{57C91022-1A55-4A6E-8457-D3618436EBE1}" srcOrd="1" destOrd="0" presId="urn:microsoft.com/office/officeart/2005/8/layout/hierarchy2"/>
    <dgm:cxn modelId="{AE4C0D8A-E034-4CEC-8CE4-55AB3D588F9E}" type="presParOf" srcId="{A5760B29-5389-4E3A-A488-B062489CEA09}" destId="{3772ED64-091A-4142-88FE-4E941AFAA2A1}" srcOrd="2" destOrd="0" presId="urn:microsoft.com/office/officeart/2005/8/layout/hierarchy2"/>
    <dgm:cxn modelId="{8CD584DD-2F25-4E96-BEF4-83A169A4840A}" type="presParOf" srcId="{3772ED64-091A-4142-88FE-4E941AFAA2A1}" destId="{13AB3E4A-767F-4B82-B2F3-6789D9A05E31}" srcOrd="0" destOrd="0" presId="urn:microsoft.com/office/officeart/2005/8/layout/hierarchy2"/>
    <dgm:cxn modelId="{7FCE70CE-9F33-4ECD-BCF3-F1A8074F405D}" type="presParOf" srcId="{A5760B29-5389-4E3A-A488-B062489CEA09}" destId="{E4543BCF-B43E-4E4A-BF64-E44E03A13E19}" srcOrd="3" destOrd="0" presId="urn:microsoft.com/office/officeart/2005/8/layout/hierarchy2"/>
    <dgm:cxn modelId="{02F0EBB3-EDA3-4739-9D9E-DAA7F6D2703D}" type="presParOf" srcId="{E4543BCF-B43E-4E4A-BF64-E44E03A13E19}" destId="{834CD1DE-2D6C-4F11-9B45-7CB794A8541E}" srcOrd="0" destOrd="0" presId="urn:microsoft.com/office/officeart/2005/8/layout/hierarchy2"/>
    <dgm:cxn modelId="{AB4B9F04-E216-4FB0-9754-077F7B76CF87}" type="presParOf" srcId="{E4543BCF-B43E-4E4A-BF64-E44E03A13E19}" destId="{33675573-E3B9-44D3-A694-A5E45743D064}" srcOrd="1" destOrd="0" presId="urn:microsoft.com/office/officeart/2005/8/layout/hierarchy2"/>
    <dgm:cxn modelId="{F28B6B5C-85E5-4EE2-A20E-509D38AF96DB}" type="presParOf" srcId="{A5760B29-5389-4E3A-A488-B062489CEA09}" destId="{497348AC-5B53-4C00-A2EA-2D93A06C732B}" srcOrd="4" destOrd="0" presId="urn:microsoft.com/office/officeart/2005/8/layout/hierarchy2"/>
    <dgm:cxn modelId="{3AA7C8B9-DD83-46A2-8F12-A551BD204A50}" type="presParOf" srcId="{497348AC-5B53-4C00-A2EA-2D93A06C732B}" destId="{E753521C-1DE5-4B82-8FA5-DA30E4D50E05}" srcOrd="0" destOrd="0" presId="urn:microsoft.com/office/officeart/2005/8/layout/hierarchy2"/>
    <dgm:cxn modelId="{A0AAA633-3377-410B-9309-9957730E4650}" type="presParOf" srcId="{A5760B29-5389-4E3A-A488-B062489CEA09}" destId="{EFAA9C84-4E44-490B-A98D-462FB952D1DE}" srcOrd="5" destOrd="0" presId="urn:microsoft.com/office/officeart/2005/8/layout/hierarchy2"/>
    <dgm:cxn modelId="{7CE585FF-2B7D-42AD-9C81-3C07C1BD825F}" type="presParOf" srcId="{EFAA9C84-4E44-490B-A98D-462FB952D1DE}" destId="{FFC00012-3B31-4E71-BB1C-854C72E53CF8}" srcOrd="0" destOrd="0" presId="urn:microsoft.com/office/officeart/2005/8/layout/hierarchy2"/>
    <dgm:cxn modelId="{0A493FD2-D264-40BB-8366-C62F074B7A88}" type="presParOf" srcId="{EFAA9C84-4E44-490B-A98D-462FB952D1DE}" destId="{B5477D15-13D0-46B7-8671-838D562A58D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5A72E2-63A5-49A6-9E53-F37E70EFEE0A}" type="doc">
      <dgm:prSet loTypeId="urn:microsoft.com/office/officeart/2005/8/layout/default" loCatId="list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2559D8A-865D-4265-BEA2-4D8741507758}">
      <dgm:prSet phldrT="[Text]" custT="1"/>
      <dgm:spPr>
        <a:ln cap="rnd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/>
            <a:t>Factor 1</a:t>
          </a:r>
        </a:p>
      </dgm:t>
    </dgm:pt>
    <dgm:pt modelId="{45CE25B1-8295-4AA1-86D4-5A4BCB4BDA46}" type="parTrans" cxnId="{58E3C682-38C7-49A2-86DE-FEB08BBAFD8B}">
      <dgm:prSet/>
      <dgm:spPr/>
      <dgm:t>
        <a:bodyPr/>
        <a:lstStyle/>
        <a:p>
          <a:endParaRPr lang="en-US"/>
        </a:p>
      </dgm:t>
    </dgm:pt>
    <dgm:pt modelId="{B7E65AC6-3073-45CC-BD8F-75DFD0DE7DCA}" type="sibTrans" cxnId="{58E3C682-38C7-49A2-86DE-FEB08BBAFD8B}">
      <dgm:prSet/>
      <dgm:spPr/>
      <dgm:t>
        <a:bodyPr/>
        <a:lstStyle/>
        <a:p>
          <a:endParaRPr lang="en-US"/>
        </a:p>
      </dgm:t>
    </dgm:pt>
    <dgm:pt modelId="{8180AAA1-CC89-4C25-BE60-ED2C388D671B}">
      <dgm:prSet phldrT="[Text]" custT="1"/>
      <dgm:spPr>
        <a:ln cap="rnd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/>
            <a:t>Factor 2</a:t>
          </a:r>
        </a:p>
      </dgm:t>
    </dgm:pt>
    <dgm:pt modelId="{0B1F85BD-6167-43D6-969C-C781DD29BB31}" type="parTrans" cxnId="{50825E5A-595F-455F-A963-E9E5BE3C5F3E}">
      <dgm:prSet/>
      <dgm:spPr/>
      <dgm:t>
        <a:bodyPr/>
        <a:lstStyle/>
        <a:p>
          <a:endParaRPr lang="en-US"/>
        </a:p>
      </dgm:t>
    </dgm:pt>
    <dgm:pt modelId="{786C77A8-2C8D-4DA9-9F84-F8B3C7554065}" type="sibTrans" cxnId="{50825E5A-595F-455F-A963-E9E5BE3C5F3E}">
      <dgm:prSet/>
      <dgm:spPr/>
      <dgm:t>
        <a:bodyPr/>
        <a:lstStyle/>
        <a:p>
          <a:endParaRPr lang="en-US"/>
        </a:p>
      </dgm:t>
    </dgm:pt>
    <dgm:pt modelId="{F7744471-B359-4753-BE49-7728CD2D9753}">
      <dgm:prSet phldrT="[Text]" custT="1"/>
      <dgm:spPr>
        <a:ln cap="rnd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/>
            <a:t>Factor 3</a:t>
          </a:r>
        </a:p>
      </dgm:t>
    </dgm:pt>
    <dgm:pt modelId="{C3A8DC56-9CE0-4B4D-B691-4465DA9389B0}" type="parTrans" cxnId="{C36727E0-997C-4A66-9E84-400D705503F2}">
      <dgm:prSet/>
      <dgm:spPr/>
      <dgm:t>
        <a:bodyPr/>
        <a:lstStyle/>
        <a:p>
          <a:endParaRPr lang="en-US"/>
        </a:p>
      </dgm:t>
    </dgm:pt>
    <dgm:pt modelId="{60BAFC5B-76A3-4D8A-804B-A77EAFD7CC5A}" type="sibTrans" cxnId="{C36727E0-997C-4A66-9E84-400D705503F2}">
      <dgm:prSet/>
      <dgm:spPr/>
      <dgm:t>
        <a:bodyPr/>
        <a:lstStyle/>
        <a:p>
          <a:endParaRPr lang="en-US"/>
        </a:p>
      </dgm:t>
    </dgm:pt>
    <dgm:pt modelId="{5E513739-B31D-4966-9DBB-F167287E8DDA}">
      <dgm:prSet phldrT="[Text]" custT="1"/>
      <dgm:spPr>
        <a:ln cap="rnd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/>
            <a:t>Factor 4</a:t>
          </a:r>
        </a:p>
      </dgm:t>
    </dgm:pt>
    <dgm:pt modelId="{82358E6A-AEAD-4F7B-847D-06235DACA938}" type="parTrans" cxnId="{DCD29559-0BBA-4C76-8AD6-47BA11D687CE}">
      <dgm:prSet/>
      <dgm:spPr/>
      <dgm:t>
        <a:bodyPr/>
        <a:lstStyle/>
        <a:p>
          <a:endParaRPr lang="en-US"/>
        </a:p>
      </dgm:t>
    </dgm:pt>
    <dgm:pt modelId="{21DA9A71-E4AC-4EF0-B7E6-116F4642D0B3}" type="sibTrans" cxnId="{DCD29559-0BBA-4C76-8AD6-47BA11D687CE}">
      <dgm:prSet/>
      <dgm:spPr/>
      <dgm:t>
        <a:bodyPr/>
        <a:lstStyle/>
        <a:p>
          <a:endParaRPr lang="en-US"/>
        </a:p>
      </dgm:t>
    </dgm:pt>
    <dgm:pt modelId="{36928B3A-564B-4279-B791-557E9DD4B1F2}" type="pres">
      <dgm:prSet presAssocID="{C65A72E2-63A5-49A6-9E53-F37E70EFEE0A}" presName="diagram" presStyleCnt="0">
        <dgm:presLayoutVars>
          <dgm:dir/>
          <dgm:resizeHandles val="exact"/>
        </dgm:presLayoutVars>
      </dgm:prSet>
      <dgm:spPr/>
    </dgm:pt>
    <dgm:pt modelId="{582FBECE-29E5-4217-A3B8-EB7C235F0536}" type="pres">
      <dgm:prSet presAssocID="{F2559D8A-865D-4265-BEA2-4D8741507758}" presName="node" presStyleLbl="node1" presStyleIdx="0" presStyleCnt="4" custScaleX="91905">
        <dgm:presLayoutVars>
          <dgm:bulletEnabled val="1"/>
        </dgm:presLayoutVars>
      </dgm:prSet>
      <dgm:spPr>
        <a:prstGeom prst="rect">
          <a:avLst/>
        </a:prstGeom>
      </dgm:spPr>
    </dgm:pt>
    <dgm:pt modelId="{38EA216C-39EC-4F04-9093-EE4014DBBCF4}" type="pres">
      <dgm:prSet presAssocID="{B7E65AC6-3073-45CC-BD8F-75DFD0DE7DCA}" presName="sibTrans" presStyleCnt="0"/>
      <dgm:spPr/>
    </dgm:pt>
    <dgm:pt modelId="{DBF09966-9DF0-4B99-9863-24516F5A9895}" type="pres">
      <dgm:prSet presAssocID="{8180AAA1-CC89-4C25-BE60-ED2C388D671B}" presName="node" presStyleLbl="node1" presStyleIdx="1" presStyleCnt="4" custScaleX="91905">
        <dgm:presLayoutVars>
          <dgm:bulletEnabled val="1"/>
        </dgm:presLayoutVars>
      </dgm:prSet>
      <dgm:spPr>
        <a:prstGeom prst="rect">
          <a:avLst/>
        </a:prstGeom>
      </dgm:spPr>
    </dgm:pt>
    <dgm:pt modelId="{A63D2B84-7695-4ABD-A236-EEF7218C0E81}" type="pres">
      <dgm:prSet presAssocID="{786C77A8-2C8D-4DA9-9F84-F8B3C7554065}" presName="sibTrans" presStyleCnt="0"/>
      <dgm:spPr/>
    </dgm:pt>
    <dgm:pt modelId="{652F92AC-0AE7-4B3C-A86E-54C171FF5039}" type="pres">
      <dgm:prSet presAssocID="{F7744471-B359-4753-BE49-7728CD2D9753}" presName="node" presStyleLbl="node1" presStyleIdx="2" presStyleCnt="4" custScaleX="91905">
        <dgm:presLayoutVars>
          <dgm:bulletEnabled val="1"/>
        </dgm:presLayoutVars>
      </dgm:prSet>
      <dgm:spPr>
        <a:prstGeom prst="rect">
          <a:avLst/>
        </a:prstGeom>
      </dgm:spPr>
    </dgm:pt>
    <dgm:pt modelId="{FDD34273-885E-42C3-BBB7-22E042595FAA}" type="pres">
      <dgm:prSet presAssocID="{60BAFC5B-76A3-4D8A-804B-A77EAFD7CC5A}" presName="sibTrans" presStyleCnt="0"/>
      <dgm:spPr/>
    </dgm:pt>
    <dgm:pt modelId="{6B30B88F-7CFD-4449-8DCE-0A7B9DF454EC}" type="pres">
      <dgm:prSet presAssocID="{5E513739-B31D-4966-9DBB-F167287E8DDA}" presName="node" presStyleLbl="node1" presStyleIdx="3" presStyleCnt="4" custScaleX="91905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938D3F2D-5DC0-4BF8-BB49-4E184BA36F40}" type="presOf" srcId="{5E513739-B31D-4966-9DBB-F167287E8DDA}" destId="{6B30B88F-7CFD-4449-8DCE-0A7B9DF454EC}" srcOrd="0" destOrd="0" presId="urn:microsoft.com/office/officeart/2005/8/layout/default"/>
    <dgm:cxn modelId="{DCD29559-0BBA-4C76-8AD6-47BA11D687CE}" srcId="{C65A72E2-63A5-49A6-9E53-F37E70EFEE0A}" destId="{5E513739-B31D-4966-9DBB-F167287E8DDA}" srcOrd="3" destOrd="0" parTransId="{82358E6A-AEAD-4F7B-847D-06235DACA938}" sibTransId="{21DA9A71-E4AC-4EF0-B7E6-116F4642D0B3}"/>
    <dgm:cxn modelId="{50825E5A-595F-455F-A963-E9E5BE3C5F3E}" srcId="{C65A72E2-63A5-49A6-9E53-F37E70EFEE0A}" destId="{8180AAA1-CC89-4C25-BE60-ED2C388D671B}" srcOrd="1" destOrd="0" parTransId="{0B1F85BD-6167-43D6-969C-C781DD29BB31}" sibTransId="{786C77A8-2C8D-4DA9-9F84-F8B3C7554065}"/>
    <dgm:cxn modelId="{58E3C682-38C7-49A2-86DE-FEB08BBAFD8B}" srcId="{C65A72E2-63A5-49A6-9E53-F37E70EFEE0A}" destId="{F2559D8A-865D-4265-BEA2-4D8741507758}" srcOrd="0" destOrd="0" parTransId="{45CE25B1-8295-4AA1-86D4-5A4BCB4BDA46}" sibTransId="{B7E65AC6-3073-45CC-BD8F-75DFD0DE7DCA}"/>
    <dgm:cxn modelId="{42B51690-9B00-4372-97BD-F91A6CF8D56F}" type="presOf" srcId="{F2559D8A-865D-4265-BEA2-4D8741507758}" destId="{582FBECE-29E5-4217-A3B8-EB7C235F0536}" srcOrd="0" destOrd="0" presId="urn:microsoft.com/office/officeart/2005/8/layout/default"/>
    <dgm:cxn modelId="{D1306193-CF7F-4F3A-83B1-47F3131AE313}" type="presOf" srcId="{F7744471-B359-4753-BE49-7728CD2D9753}" destId="{652F92AC-0AE7-4B3C-A86E-54C171FF5039}" srcOrd="0" destOrd="0" presId="urn:microsoft.com/office/officeart/2005/8/layout/default"/>
    <dgm:cxn modelId="{7C8FEFBD-07C0-49FE-AEDA-DF24DFF45539}" type="presOf" srcId="{C65A72E2-63A5-49A6-9E53-F37E70EFEE0A}" destId="{36928B3A-564B-4279-B791-557E9DD4B1F2}" srcOrd="0" destOrd="0" presId="urn:microsoft.com/office/officeart/2005/8/layout/default"/>
    <dgm:cxn modelId="{8031D5C9-72A1-4976-B675-A3734CE12DFF}" type="presOf" srcId="{8180AAA1-CC89-4C25-BE60-ED2C388D671B}" destId="{DBF09966-9DF0-4B99-9863-24516F5A9895}" srcOrd="0" destOrd="0" presId="urn:microsoft.com/office/officeart/2005/8/layout/default"/>
    <dgm:cxn modelId="{C36727E0-997C-4A66-9E84-400D705503F2}" srcId="{C65A72E2-63A5-49A6-9E53-F37E70EFEE0A}" destId="{F7744471-B359-4753-BE49-7728CD2D9753}" srcOrd="2" destOrd="0" parTransId="{C3A8DC56-9CE0-4B4D-B691-4465DA9389B0}" sibTransId="{60BAFC5B-76A3-4D8A-804B-A77EAFD7CC5A}"/>
    <dgm:cxn modelId="{0CF7A466-A682-41D5-A2AA-719D774E957E}" type="presParOf" srcId="{36928B3A-564B-4279-B791-557E9DD4B1F2}" destId="{582FBECE-29E5-4217-A3B8-EB7C235F0536}" srcOrd="0" destOrd="0" presId="urn:microsoft.com/office/officeart/2005/8/layout/default"/>
    <dgm:cxn modelId="{BE53DBFF-035A-439C-BCE8-1BFCD213F148}" type="presParOf" srcId="{36928B3A-564B-4279-B791-557E9DD4B1F2}" destId="{38EA216C-39EC-4F04-9093-EE4014DBBCF4}" srcOrd="1" destOrd="0" presId="urn:microsoft.com/office/officeart/2005/8/layout/default"/>
    <dgm:cxn modelId="{1375474D-EFEB-466A-B9D3-628777D30679}" type="presParOf" srcId="{36928B3A-564B-4279-B791-557E9DD4B1F2}" destId="{DBF09966-9DF0-4B99-9863-24516F5A9895}" srcOrd="2" destOrd="0" presId="urn:microsoft.com/office/officeart/2005/8/layout/default"/>
    <dgm:cxn modelId="{1C38AF80-A991-4A4F-86B8-8A1B30A09398}" type="presParOf" srcId="{36928B3A-564B-4279-B791-557E9DD4B1F2}" destId="{A63D2B84-7695-4ABD-A236-EEF7218C0E81}" srcOrd="3" destOrd="0" presId="urn:microsoft.com/office/officeart/2005/8/layout/default"/>
    <dgm:cxn modelId="{ECDD9DDA-DFDA-4613-9BF7-47316BF6A51A}" type="presParOf" srcId="{36928B3A-564B-4279-B791-557E9DD4B1F2}" destId="{652F92AC-0AE7-4B3C-A86E-54C171FF5039}" srcOrd="4" destOrd="0" presId="urn:microsoft.com/office/officeart/2005/8/layout/default"/>
    <dgm:cxn modelId="{D43300AF-7B0C-4FAC-8895-83E0485161BD}" type="presParOf" srcId="{36928B3A-564B-4279-B791-557E9DD4B1F2}" destId="{FDD34273-885E-42C3-BBB7-22E042595FAA}" srcOrd="5" destOrd="0" presId="urn:microsoft.com/office/officeart/2005/8/layout/default"/>
    <dgm:cxn modelId="{0CC432EF-BFCA-418C-8A9C-C364C85E5F1B}" type="presParOf" srcId="{36928B3A-564B-4279-B791-557E9DD4B1F2}" destId="{6B30B88F-7CFD-4449-8DCE-0A7B9DF454EC}" srcOrd="6" destOrd="0" presId="urn:microsoft.com/office/officeart/2005/8/layout/default"/>
  </dgm:cxnLst>
  <dgm:bg>
    <a:effectLst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5A72E2-63A5-49A6-9E53-F37E70EFEE0A}" type="doc">
      <dgm:prSet loTypeId="urn:microsoft.com/office/officeart/2005/8/layout/default" loCatId="list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2559D8A-865D-4265-BEA2-4D8741507758}">
      <dgm:prSet phldrT="[Text]" custT="1"/>
      <dgm:spPr>
        <a:solidFill>
          <a:srgbClr val="EEF5FC"/>
        </a:solidFill>
        <a:ln w="12700" cap="rnd">
          <a:solidFill>
            <a:schemeClr val="accent5">
              <a:alpha val="50000"/>
            </a:schemeClr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1</a:t>
          </a:r>
        </a:p>
      </dgm:t>
    </dgm:pt>
    <dgm:pt modelId="{45CE25B1-8295-4AA1-86D4-5A4BCB4BDA46}" type="parTrans" cxnId="{58E3C682-38C7-49A2-86DE-FEB08BBAFD8B}">
      <dgm:prSet/>
      <dgm:spPr/>
      <dgm:t>
        <a:bodyPr/>
        <a:lstStyle/>
        <a:p>
          <a:endParaRPr lang="en-US"/>
        </a:p>
      </dgm:t>
    </dgm:pt>
    <dgm:pt modelId="{B7E65AC6-3073-45CC-BD8F-75DFD0DE7DCA}" type="sibTrans" cxnId="{58E3C682-38C7-49A2-86DE-FEB08BBAFD8B}">
      <dgm:prSet/>
      <dgm:spPr/>
      <dgm:t>
        <a:bodyPr/>
        <a:lstStyle/>
        <a:p>
          <a:endParaRPr lang="en-US"/>
        </a:p>
      </dgm:t>
    </dgm:pt>
    <dgm:pt modelId="{8180AAA1-CC89-4C25-BE60-ED2C388D671B}">
      <dgm:prSet phldrT="[Text]" custT="1"/>
      <dgm:spPr>
        <a:solidFill>
          <a:srgbClr val="EEF5FC"/>
        </a:solidFill>
        <a:ln w="12700" cap="rnd">
          <a:solidFill>
            <a:schemeClr val="accent5">
              <a:alpha val="50000"/>
            </a:schemeClr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2</a:t>
          </a:r>
        </a:p>
      </dgm:t>
    </dgm:pt>
    <dgm:pt modelId="{0B1F85BD-6167-43D6-969C-C781DD29BB31}" type="parTrans" cxnId="{50825E5A-595F-455F-A963-E9E5BE3C5F3E}">
      <dgm:prSet/>
      <dgm:spPr/>
      <dgm:t>
        <a:bodyPr/>
        <a:lstStyle/>
        <a:p>
          <a:endParaRPr lang="en-US"/>
        </a:p>
      </dgm:t>
    </dgm:pt>
    <dgm:pt modelId="{786C77A8-2C8D-4DA9-9F84-F8B3C7554065}" type="sibTrans" cxnId="{50825E5A-595F-455F-A963-E9E5BE3C5F3E}">
      <dgm:prSet/>
      <dgm:spPr/>
      <dgm:t>
        <a:bodyPr/>
        <a:lstStyle/>
        <a:p>
          <a:endParaRPr lang="en-US"/>
        </a:p>
      </dgm:t>
    </dgm:pt>
    <dgm:pt modelId="{F7744471-B359-4753-BE49-7728CD2D9753}">
      <dgm:prSet phldrT="[Text]" custT="1"/>
      <dgm:spPr>
        <a:solidFill>
          <a:srgbClr val="EEF5FC"/>
        </a:solidFill>
        <a:ln w="12700" cap="rnd">
          <a:solidFill>
            <a:schemeClr val="accent5">
              <a:alpha val="50000"/>
            </a:schemeClr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3</a:t>
          </a:r>
        </a:p>
      </dgm:t>
    </dgm:pt>
    <dgm:pt modelId="{C3A8DC56-9CE0-4B4D-B691-4465DA9389B0}" type="parTrans" cxnId="{C36727E0-997C-4A66-9E84-400D705503F2}">
      <dgm:prSet/>
      <dgm:spPr/>
      <dgm:t>
        <a:bodyPr/>
        <a:lstStyle/>
        <a:p>
          <a:endParaRPr lang="en-US"/>
        </a:p>
      </dgm:t>
    </dgm:pt>
    <dgm:pt modelId="{60BAFC5B-76A3-4D8A-804B-A77EAFD7CC5A}" type="sibTrans" cxnId="{C36727E0-997C-4A66-9E84-400D705503F2}">
      <dgm:prSet/>
      <dgm:spPr/>
      <dgm:t>
        <a:bodyPr/>
        <a:lstStyle/>
        <a:p>
          <a:endParaRPr lang="en-US"/>
        </a:p>
      </dgm:t>
    </dgm:pt>
    <dgm:pt modelId="{5E513739-B31D-4966-9DBB-F167287E8DDA}">
      <dgm:prSet phldrT="[Text]" custT="1"/>
      <dgm:spPr>
        <a:solidFill>
          <a:srgbClr val="EEF5FC"/>
        </a:solidFill>
        <a:ln w="12700" cap="rnd">
          <a:solidFill>
            <a:schemeClr val="accent5">
              <a:alpha val="50000"/>
            </a:schemeClr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4</a:t>
          </a:r>
        </a:p>
      </dgm:t>
    </dgm:pt>
    <dgm:pt modelId="{82358E6A-AEAD-4F7B-847D-06235DACA938}" type="parTrans" cxnId="{DCD29559-0BBA-4C76-8AD6-47BA11D687CE}">
      <dgm:prSet/>
      <dgm:spPr/>
      <dgm:t>
        <a:bodyPr/>
        <a:lstStyle/>
        <a:p>
          <a:endParaRPr lang="en-US"/>
        </a:p>
      </dgm:t>
    </dgm:pt>
    <dgm:pt modelId="{21DA9A71-E4AC-4EF0-B7E6-116F4642D0B3}" type="sibTrans" cxnId="{DCD29559-0BBA-4C76-8AD6-47BA11D687CE}">
      <dgm:prSet/>
      <dgm:spPr/>
      <dgm:t>
        <a:bodyPr/>
        <a:lstStyle/>
        <a:p>
          <a:endParaRPr lang="en-US"/>
        </a:p>
      </dgm:t>
    </dgm:pt>
    <dgm:pt modelId="{36928B3A-564B-4279-B791-557E9DD4B1F2}" type="pres">
      <dgm:prSet presAssocID="{C65A72E2-63A5-49A6-9E53-F37E70EFEE0A}" presName="diagram" presStyleCnt="0">
        <dgm:presLayoutVars>
          <dgm:dir/>
          <dgm:resizeHandles val="exact"/>
        </dgm:presLayoutVars>
      </dgm:prSet>
      <dgm:spPr/>
    </dgm:pt>
    <dgm:pt modelId="{582FBECE-29E5-4217-A3B8-EB7C235F0536}" type="pres">
      <dgm:prSet presAssocID="{F2559D8A-865D-4265-BEA2-4D8741507758}" presName="node" presStyleLbl="node1" presStyleIdx="0" presStyleCnt="4" custScaleX="91905">
        <dgm:presLayoutVars>
          <dgm:bulletEnabled val="1"/>
        </dgm:presLayoutVars>
      </dgm:prSet>
      <dgm:spPr>
        <a:prstGeom prst="rect">
          <a:avLst/>
        </a:prstGeom>
      </dgm:spPr>
    </dgm:pt>
    <dgm:pt modelId="{38EA216C-39EC-4F04-9093-EE4014DBBCF4}" type="pres">
      <dgm:prSet presAssocID="{B7E65AC6-3073-45CC-BD8F-75DFD0DE7DCA}" presName="sibTrans" presStyleCnt="0"/>
      <dgm:spPr/>
    </dgm:pt>
    <dgm:pt modelId="{DBF09966-9DF0-4B99-9863-24516F5A9895}" type="pres">
      <dgm:prSet presAssocID="{8180AAA1-CC89-4C25-BE60-ED2C388D671B}" presName="node" presStyleLbl="node1" presStyleIdx="1" presStyleCnt="4" custScaleX="91905">
        <dgm:presLayoutVars>
          <dgm:bulletEnabled val="1"/>
        </dgm:presLayoutVars>
      </dgm:prSet>
      <dgm:spPr>
        <a:prstGeom prst="rect">
          <a:avLst/>
        </a:prstGeom>
      </dgm:spPr>
    </dgm:pt>
    <dgm:pt modelId="{A63D2B84-7695-4ABD-A236-EEF7218C0E81}" type="pres">
      <dgm:prSet presAssocID="{786C77A8-2C8D-4DA9-9F84-F8B3C7554065}" presName="sibTrans" presStyleCnt="0"/>
      <dgm:spPr/>
    </dgm:pt>
    <dgm:pt modelId="{652F92AC-0AE7-4B3C-A86E-54C171FF5039}" type="pres">
      <dgm:prSet presAssocID="{F7744471-B359-4753-BE49-7728CD2D9753}" presName="node" presStyleLbl="node1" presStyleIdx="2" presStyleCnt="4" custScaleX="91905">
        <dgm:presLayoutVars>
          <dgm:bulletEnabled val="1"/>
        </dgm:presLayoutVars>
      </dgm:prSet>
      <dgm:spPr>
        <a:prstGeom prst="rect">
          <a:avLst/>
        </a:prstGeom>
      </dgm:spPr>
    </dgm:pt>
    <dgm:pt modelId="{FDD34273-885E-42C3-BBB7-22E042595FAA}" type="pres">
      <dgm:prSet presAssocID="{60BAFC5B-76A3-4D8A-804B-A77EAFD7CC5A}" presName="sibTrans" presStyleCnt="0"/>
      <dgm:spPr/>
    </dgm:pt>
    <dgm:pt modelId="{6B30B88F-7CFD-4449-8DCE-0A7B9DF454EC}" type="pres">
      <dgm:prSet presAssocID="{5E513739-B31D-4966-9DBB-F167287E8DDA}" presName="node" presStyleLbl="node1" presStyleIdx="3" presStyleCnt="4" custScaleX="91905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938D3F2D-5DC0-4BF8-BB49-4E184BA36F40}" type="presOf" srcId="{5E513739-B31D-4966-9DBB-F167287E8DDA}" destId="{6B30B88F-7CFD-4449-8DCE-0A7B9DF454EC}" srcOrd="0" destOrd="0" presId="urn:microsoft.com/office/officeart/2005/8/layout/default"/>
    <dgm:cxn modelId="{DCD29559-0BBA-4C76-8AD6-47BA11D687CE}" srcId="{C65A72E2-63A5-49A6-9E53-F37E70EFEE0A}" destId="{5E513739-B31D-4966-9DBB-F167287E8DDA}" srcOrd="3" destOrd="0" parTransId="{82358E6A-AEAD-4F7B-847D-06235DACA938}" sibTransId="{21DA9A71-E4AC-4EF0-B7E6-116F4642D0B3}"/>
    <dgm:cxn modelId="{50825E5A-595F-455F-A963-E9E5BE3C5F3E}" srcId="{C65A72E2-63A5-49A6-9E53-F37E70EFEE0A}" destId="{8180AAA1-CC89-4C25-BE60-ED2C388D671B}" srcOrd="1" destOrd="0" parTransId="{0B1F85BD-6167-43D6-969C-C781DD29BB31}" sibTransId="{786C77A8-2C8D-4DA9-9F84-F8B3C7554065}"/>
    <dgm:cxn modelId="{58E3C682-38C7-49A2-86DE-FEB08BBAFD8B}" srcId="{C65A72E2-63A5-49A6-9E53-F37E70EFEE0A}" destId="{F2559D8A-865D-4265-BEA2-4D8741507758}" srcOrd="0" destOrd="0" parTransId="{45CE25B1-8295-4AA1-86D4-5A4BCB4BDA46}" sibTransId="{B7E65AC6-3073-45CC-BD8F-75DFD0DE7DCA}"/>
    <dgm:cxn modelId="{42B51690-9B00-4372-97BD-F91A6CF8D56F}" type="presOf" srcId="{F2559D8A-865D-4265-BEA2-4D8741507758}" destId="{582FBECE-29E5-4217-A3B8-EB7C235F0536}" srcOrd="0" destOrd="0" presId="urn:microsoft.com/office/officeart/2005/8/layout/default"/>
    <dgm:cxn modelId="{D1306193-CF7F-4F3A-83B1-47F3131AE313}" type="presOf" srcId="{F7744471-B359-4753-BE49-7728CD2D9753}" destId="{652F92AC-0AE7-4B3C-A86E-54C171FF5039}" srcOrd="0" destOrd="0" presId="urn:microsoft.com/office/officeart/2005/8/layout/default"/>
    <dgm:cxn modelId="{7C8FEFBD-07C0-49FE-AEDA-DF24DFF45539}" type="presOf" srcId="{C65A72E2-63A5-49A6-9E53-F37E70EFEE0A}" destId="{36928B3A-564B-4279-B791-557E9DD4B1F2}" srcOrd="0" destOrd="0" presId="urn:microsoft.com/office/officeart/2005/8/layout/default"/>
    <dgm:cxn modelId="{8031D5C9-72A1-4976-B675-A3734CE12DFF}" type="presOf" srcId="{8180AAA1-CC89-4C25-BE60-ED2C388D671B}" destId="{DBF09966-9DF0-4B99-9863-24516F5A9895}" srcOrd="0" destOrd="0" presId="urn:microsoft.com/office/officeart/2005/8/layout/default"/>
    <dgm:cxn modelId="{C36727E0-997C-4A66-9E84-400D705503F2}" srcId="{C65A72E2-63A5-49A6-9E53-F37E70EFEE0A}" destId="{F7744471-B359-4753-BE49-7728CD2D9753}" srcOrd="2" destOrd="0" parTransId="{C3A8DC56-9CE0-4B4D-B691-4465DA9389B0}" sibTransId="{60BAFC5B-76A3-4D8A-804B-A77EAFD7CC5A}"/>
    <dgm:cxn modelId="{0CF7A466-A682-41D5-A2AA-719D774E957E}" type="presParOf" srcId="{36928B3A-564B-4279-B791-557E9DD4B1F2}" destId="{582FBECE-29E5-4217-A3B8-EB7C235F0536}" srcOrd="0" destOrd="0" presId="urn:microsoft.com/office/officeart/2005/8/layout/default"/>
    <dgm:cxn modelId="{BE53DBFF-035A-439C-BCE8-1BFCD213F148}" type="presParOf" srcId="{36928B3A-564B-4279-B791-557E9DD4B1F2}" destId="{38EA216C-39EC-4F04-9093-EE4014DBBCF4}" srcOrd="1" destOrd="0" presId="urn:microsoft.com/office/officeart/2005/8/layout/default"/>
    <dgm:cxn modelId="{1375474D-EFEB-466A-B9D3-628777D30679}" type="presParOf" srcId="{36928B3A-564B-4279-B791-557E9DD4B1F2}" destId="{DBF09966-9DF0-4B99-9863-24516F5A9895}" srcOrd="2" destOrd="0" presId="urn:microsoft.com/office/officeart/2005/8/layout/default"/>
    <dgm:cxn modelId="{1C38AF80-A991-4A4F-86B8-8A1B30A09398}" type="presParOf" srcId="{36928B3A-564B-4279-B791-557E9DD4B1F2}" destId="{A63D2B84-7695-4ABD-A236-EEF7218C0E81}" srcOrd="3" destOrd="0" presId="urn:microsoft.com/office/officeart/2005/8/layout/default"/>
    <dgm:cxn modelId="{ECDD9DDA-DFDA-4613-9BF7-47316BF6A51A}" type="presParOf" srcId="{36928B3A-564B-4279-B791-557E9DD4B1F2}" destId="{652F92AC-0AE7-4B3C-A86E-54C171FF5039}" srcOrd="4" destOrd="0" presId="urn:microsoft.com/office/officeart/2005/8/layout/default"/>
    <dgm:cxn modelId="{D43300AF-7B0C-4FAC-8895-83E0485161BD}" type="presParOf" srcId="{36928B3A-564B-4279-B791-557E9DD4B1F2}" destId="{FDD34273-885E-42C3-BBB7-22E042595FAA}" srcOrd="5" destOrd="0" presId="urn:microsoft.com/office/officeart/2005/8/layout/default"/>
    <dgm:cxn modelId="{0CC432EF-BFCA-418C-8A9C-C364C85E5F1B}" type="presParOf" srcId="{36928B3A-564B-4279-B791-557E9DD4B1F2}" destId="{6B30B88F-7CFD-4449-8DCE-0A7B9DF454EC}" srcOrd="6" destOrd="0" presId="urn:microsoft.com/office/officeart/2005/8/layout/default"/>
  </dgm:cxnLst>
  <dgm:bg>
    <a:effectLst/>
  </dgm:bg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0F2B9-5760-4C30-8A77-8EF1B0E51A80}">
      <dsp:nvSpPr>
        <dsp:cNvPr id="0" name=""/>
        <dsp:cNvSpPr/>
      </dsp:nvSpPr>
      <dsp:spPr>
        <a:xfrm>
          <a:off x="0" y="549416"/>
          <a:ext cx="1455467" cy="446508"/>
        </a:xfrm>
        <a:prstGeom prst="rect">
          <a:avLst/>
        </a:prstGeom>
        <a:solidFill>
          <a:srgbClr val="EEF5FC"/>
        </a:solidFill>
        <a:ln w="12700" cap="rnd" cmpd="sng" algn="ctr">
          <a:solidFill>
            <a:schemeClr val="accent5">
              <a:alpha val="50000"/>
            </a:schemeClr>
          </a:solidFill>
          <a:prstDash val="solid"/>
          <a:round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a tree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0" y="549416"/>
        <a:ext cx="1455467" cy="446508"/>
      </dsp:txXfrm>
    </dsp:sp>
    <dsp:sp modelId="{5F12B469-7914-4ABA-840A-913282CE5FC3}">
      <dsp:nvSpPr>
        <dsp:cNvPr id="0" name=""/>
        <dsp:cNvSpPr/>
      </dsp:nvSpPr>
      <dsp:spPr>
        <a:xfrm rot="18044962">
          <a:off x="1304696" y="489275"/>
          <a:ext cx="617007" cy="36526"/>
        </a:xfrm>
        <a:custGeom>
          <a:avLst/>
          <a:gdLst/>
          <a:ahLst/>
          <a:cxnLst/>
          <a:rect l="0" t="0" r="0" b="0"/>
          <a:pathLst>
            <a:path>
              <a:moveTo>
                <a:pt x="0" y="18263"/>
              </a:moveTo>
              <a:lnTo>
                <a:pt x="617007" y="18263"/>
              </a:lnTo>
            </a:path>
          </a:pathLst>
        </a:custGeom>
        <a:noFill/>
        <a:ln w="28575" cap="flat" cmpd="sng" algn="ctr">
          <a:solidFill>
            <a:schemeClr val="accent5"/>
          </a:solidFill>
          <a:prstDash val="solid"/>
          <a:miter lim="800000"/>
          <a:headEnd type="none" w="med" len="med"/>
          <a:tailEnd type="triangle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97775" y="492113"/>
        <a:ext cx="30850" cy="30850"/>
      </dsp:txXfrm>
    </dsp:sp>
    <dsp:sp modelId="{2D139C1E-E7AF-43C4-B230-41F302D1A1F8}">
      <dsp:nvSpPr>
        <dsp:cNvPr id="0" name=""/>
        <dsp:cNvSpPr/>
      </dsp:nvSpPr>
      <dsp:spPr>
        <a:xfrm>
          <a:off x="1770933" y="912"/>
          <a:ext cx="3326784" cy="482989"/>
        </a:xfrm>
        <a:prstGeom prst="rect">
          <a:avLst/>
        </a:prstGeom>
        <a:solidFill>
          <a:srgbClr val="EEF5FC"/>
        </a:solidFill>
        <a:ln w="12700" cap="rnd" cmpd="sng" algn="ctr">
          <a:solidFill>
            <a:schemeClr val="accent5">
              <a:alpha val="50000"/>
            </a:schemeClr>
          </a:solidFill>
          <a:prstDash val="solid"/>
          <a:round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of</a:t>
          </a:r>
        </a:p>
      </dsp:txBody>
      <dsp:txXfrm>
        <a:off x="1770933" y="912"/>
        <a:ext cx="3326784" cy="482989"/>
      </dsp:txXfrm>
    </dsp:sp>
    <dsp:sp modelId="{3772ED64-091A-4142-88FE-4E941AFAA2A1}">
      <dsp:nvSpPr>
        <dsp:cNvPr id="0" name=""/>
        <dsp:cNvSpPr/>
      </dsp:nvSpPr>
      <dsp:spPr>
        <a:xfrm rot="21597267">
          <a:off x="1455467" y="754281"/>
          <a:ext cx="315466" cy="36526"/>
        </a:xfrm>
        <a:custGeom>
          <a:avLst/>
          <a:gdLst/>
          <a:ahLst/>
          <a:cxnLst/>
          <a:rect l="0" t="0" r="0" b="0"/>
          <a:pathLst>
            <a:path>
              <a:moveTo>
                <a:pt x="0" y="18263"/>
              </a:moveTo>
              <a:lnTo>
                <a:pt x="315466" y="18263"/>
              </a:lnTo>
            </a:path>
          </a:pathLst>
        </a:custGeom>
        <a:noFill/>
        <a:ln w="28575" cap="flat" cmpd="sng" algn="ctr">
          <a:solidFill>
            <a:schemeClr val="accent5"/>
          </a:solidFill>
          <a:prstDash val="solid"/>
          <a:miter lim="800000"/>
          <a:headEnd type="none" w="med" len="med"/>
          <a:tailEnd type="triangle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05313" y="764658"/>
        <a:ext cx="15773" cy="15773"/>
      </dsp:txXfrm>
    </dsp:sp>
    <dsp:sp modelId="{834CD1DE-2D6C-4F11-9B45-7CB794A8541E}">
      <dsp:nvSpPr>
        <dsp:cNvPr id="0" name=""/>
        <dsp:cNvSpPr/>
      </dsp:nvSpPr>
      <dsp:spPr>
        <a:xfrm>
          <a:off x="1770933" y="530925"/>
          <a:ext cx="3326784" cy="482989"/>
        </a:xfrm>
        <a:prstGeom prst="rect">
          <a:avLst/>
        </a:prstGeom>
        <a:solidFill>
          <a:srgbClr val="EEF5FC"/>
        </a:solidFill>
        <a:ln w="12700" cap="rnd" cmpd="sng" algn="ctr">
          <a:solidFill>
            <a:schemeClr val="accent5">
              <a:alpha val="50000"/>
            </a:schemeClr>
          </a:solidFill>
          <a:prstDash val="solid"/>
          <a:round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relations</a:t>
          </a:r>
        </a:p>
      </dsp:txBody>
      <dsp:txXfrm>
        <a:off x="1770933" y="530925"/>
        <a:ext cx="3326784" cy="482989"/>
      </dsp:txXfrm>
    </dsp:sp>
    <dsp:sp modelId="{497348AC-5B53-4C00-A2EA-2D93A06C732B}">
      <dsp:nvSpPr>
        <dsp:cNvPr id="0" name=""/>
        <dsp:cNvSpPr/>
      </dsp:nvSpPr>
      <dsp:spPr>
        <a:xfrm rot="3553608">
          <a:off x="1304912" y="1019288"/>
          <a:ext cx="616576" cy="36526"/>
        </a:xfrm>
        <a:custGeom>
          <a:avLst/>
          <a:gdLst/>
          <a:ahLst/>
          <a:cxnLst/>
          <a:rect l="0" t="0" r="0" b="0"/>
          <a:pathLst>
            <a:path>
              <a:moveTo>
                <a:pt x="0" y="18263"/>
              </a:moveTo>
              <a:lnTo>
                <a:pt x="616576" y="18263"/>
              </a:lnTo>
            </a:path>
          </a:pathLst>
        </a:custGeom>
        <a:noFill/>
        <a:ln w="28575" cap="flat" cmpd="sng" algn="ctr">
          <a:solidFill>
            <a:schemeClr val="accent5"/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97786" y="1022137"/>
        <a:ext cx="30828" cy="30828"/>
      </dsp:txXfrm>
    </dsp:sp>
    <dsp:sp modelId="{FFC00012-3B31-4E71-BB1C-854C72E53CF8}">
      <dsp:nvSpPr>
        <dsp:cNvPr id="0" name=""/>
        <dsp:cNvSpPr/>
      </dsp:nvSpPr>
      <dsp:spPr>
        <a:xfrm>
          <a:off x="1770933" y="1060938"/>
          <a:ext cx="3326784" cy="482989"/>
        </a:xfrm>
        <a:prstGeom prst="rect">
          <a:avLst/>
        </a:prstGeom>
        <a:solidFill>
          <a:srgbClr val="EEF5FC"/>
        </a:solidFill>
        <a:ln w="12700" cap="rnd" cmpd="sng" algn="ctr">
          <a:solidFill>
            <a:schemeClr val="accent5">
              <a:alpha val="50000"/>
            </a:schemeClr>
          </a:solidFill>
          <a:prstDash val="solid"/>
          <a:round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…</a:t>
          </a:r>
        </a:p>
      </dsp:txBody>
      <dsp:txXfrm>
        <a:off x="1770933" y="1060938"/>
        <a:ext cx="3326784" cy="482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FBECE-29E5-4217-A3B8-EB7C235F0536}">
      <dsp:nvSpPr>
        <dsp:cNvPr id="0" name=""/>
        <dsp:cNvSpPr/>
      </dsp:nvSpPr>
      <dsp:spPr>
        <a:xfrm>
          <a:off x="342" y="9640"/>
          <a:ext cx="1260001" cy="82258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cap="rnd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1</a:t>
          </a:r>
        </a:p>
      </dsp:txBody>
      <dsp:txXfrm>
        <a:off x="342" y="9640"/>
        <a:ext cx="1260001" cy="822589"/>
      </dsp:txXfrm>
    </dsp:sp>
    <dsp:sp modelId="{DBF09966-9DF0-4B99-9863-24516F5A9895}">
      <dsp:nvSpPr>
        <dsp:cNvPr id="0" name=""/>
        <dsp:cNvSpPr/>
      </dsp:nvSpPr>
      <dsp:spPr>
        <a:xfrm>
          <a:off x="1397441" y="9640"/>
          <a:ext cx="1260001" cy="82258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cap="rnd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2</a:t>
          </a:r>
        </a:p>
      </dsp:txBody>
      <dsp:txXfrm>
        <a:off x="1397441" y="9640"/>
        <a:ext cx="1260001" cy="822589"/>
      </dsp:txXfrm>
    </dsp:sp>
    <dsp:sp modelId="{652F92AC-0AE7-4B3C-A86E-54C171FF5039}">
      <dsp:nvSpPr>
        <dsp:cNvPr id="0" name=""/>
        <dsp:cNvSpPr/>
      </dsp:nvSpPr>
      <dsp:spPr>
        <a:xfrm>
          <a:off x="2794541" y="9640"/>
          <a:ext cx="1260001" cy="82258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cap="rnd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3</a:t>
          </a:r>
        </a:p>
      </dsp:txBody>
      <dsp:txXfrm>
        <a:off x="2794541" y="9640"/>
        <a:ext cx="1260001" cy="822589"/>
      </dsp:txXfrm>
    </dsp:sp>
    <dsp:sp modelId="{6B30B88F-7CFD-4449-8DCE-0A7B9DF454EC}">
      <dsp:nvSpPr>
        <dsp:cNvPr id="0" name=""/>
        <dsp:cNvSpPr/>
      </dsp:nvSpPr>
      <dsp:spPr>
        <a:xfrm>
          <a:off x="4191640" y="9640"/>
          <a:ext cx="1260001" cy="82258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cap="rnd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4</a:t>
          </a:r>
        </a:p>
      </dsp:txBody>
      <dsp:txXfrm>
        <a:off x="4191640" y="9640"/>
        <a:ext cx="1260001" cy="8225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FBECE-29E5-4217-A3B8-EB7C235F0536}">
      <dsp:nvSpPr>
        <dsp:cNvPr id="0" name=""/>
        <dsp:cNvSpPr/>
      </dsp:nvSpPr>
      <dsp:spPr>
        <a:xfrm>
          <a:off x="342" y="9640"/>
          <a:ext cx="1260001" cy="822589"/>
        </a:xfrm>
        <a:prstGeom prst="rect">
          <a:avLst/>
        </a:prstGeom>
        <a:solidFill>
          <a:srgbClr val="EEF5FC"/>
        </a:solidFill>
        <a:ln w="12700" cap="rnd">
          <a:solidFill>
            <a:schemeClr val="accent5">
              <a:alpha val="5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1</a:t>
          </a:r>
        </a:p>
      </dsp:txBody>
      <dsp:txXfrm>
        <a:off x="342" y="9640"/>
        <a:ext cx="1260001" cy="822589"/>
      </dsp:txXfrm>
    </dsp:sp>
    <dsp:sp modelId="{DBF09966-9DF0-4B99-9863-24516F5A9895}">
      <dsp:nvSpPr>
        <dsp:cNvPr id="0" name=""/>
        <dsp:cNvSpPr/>
      </dsp:nvSpPr>
      <dsp:spPr>
        <a:xfrm>
          <a:off x="1397441" y="9640"/>
          <a:ext cx="1260001" cy="822589"/>
        </a:xfrm>
        <a:prstGeom prst="rect">
          <a:avLst/>
        </a:prstGeom>
        <a:solidFill>
          <a:srgbClr val="EEF5FC"/>
        </a:solidFill>
        <a:ln w="12700" cap="rnd">
          <a:solidFill>
            <a:schemeClr val="accent5">
              <a:alpha val="5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2</a:t>
          </a:r>
        </a:p>
      </dsp:txBody>
      <dsp:txXfrm>
        <a:off x="1397441" y="9640"/>
        <a:ext cx="1260001" cy="822589"/>
      </dsp:txXfrm>
    </dsp:sp>
    <dsp:sp modelId="{652F92AC-0AE7-4B3C-A86E-54C171FF5039}">
      <dsp:nvSpPr>
        <dsp:cNvPr id="0" name=""/>
        <dsp:cNvSpPr/>
      </dsp:nvSpPr>
      <dsp:spPr>
        <a:xfrm>
          <a:off x="2794541" y="9640"/>
          <a:ext cx="1260001" cy="822589"/>
        </a:xfrm>
        <a:prstGeom prst="rect">
          <a:avLst/>
        </a:prstGeom>
        <a:solidFill>
          <a:srgbClr val="EEF5FC"/>
        </a:solidFill>
        <a:ln w="12700" cap="rnd">
          <a:solidFill>
            <a:schemeClr val="accent5">
              <a:alpha val="5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3</a:t>
          </a:r>
        </a:p>
      </dsp:txBody>
      <dsp:txXfrm>
        <a:off x="2794541" y="9640"/>
        <a:ext cx="1260001" cy="822589"/>
      </dsp:txXfrm>
    </dsp:sp>
    <dsp:sp modelId="{6B30B88F-7CFD-4449-8DCE-0A7B9DF454EC}">
      <dsp:nvSpPr>
        <dsp:cNvPr id="0" name=""/>
        <dsp:cNvSpPr/>
      </dsp:nvSpPr>
      <dsp:spPr>
        <a:xfrm>
          <a:off x="4191640" y="9640"/>
          <a:ext cx="1260001" cy="822589"/>
        </a:xfrm>
        <a:prstGeom prst="rect">
          <a:avLst/>
        </a:prstGeom>
        <a:solidFill>
          <a:srgbClr val="EEF5FC"/>
        </a:solidFill>
        <a:ln w="12700" cap="rnd">
          <a:solidFill>
            <a:schemeClr val="accent5">
              <a:alpha val="5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4</a:t>
          </a:r>
        </a:p>
      </dsp:txBody>
      <dsp:txXfrm>
        <a:off x="4191640" y="9640"/>
        <a:ext cx="1260001" cy="822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96608-D6FB-40CA-B381-4625C43420D9}" type="datetimeFigureOut">
              <a:rPr lang="it-IT" smtClean="0"/>
              <a:t>23/05/2026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B0439-DD55-42CD-B095-ABE0B0ACEF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432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719400" y="2396308"/>
            <a:ext cx="10753200" cy="2065384"/>
          </a:xfrm>
        </p:spPr>
        <p:txBody>
          <a:bodyPr lIns="0" tIns="0" rIns="0" bIns="0" anchor="ctr">
            <a:normAutofit/>
          </a:bodyPr>
          <a:lstStyle>
            <a:lvl1pPr algn="ctr">
              <a:lnSpc>
                <a:spcPct val="100000"/>
              </a:lnSpc>
              <a:defRPr sz="3600">
                <a:solidFill>
                  <a:schemeClr val="accent5"/>
                </a:solidFill>
              </a:defRPr>
            </a:lvl1pPr>
          </a:lstStyle>
          <a:p>
            <a:r>
              <a:rPr lang="en-GB" noProof="0" dirty="0"/>
              <a:t>#Presentation title Presentation title Presentation title Presentation title Presentation title#</a:t>
            </a:r>
          </a:p>
        </p:txBody>
      </p:sp>
      <p:sp>
        <p:nvSpPr>
          <p:cNvPr id="29" name="Segnaposto testo 28"/>
          <p:cNvSpPr>
            <a:spLocks noGrp="1"/>
          </p:cNvSpPr>
          <p:nvPr>
            <p:ph type="body" sz="quarter" idx="11" hasCustomPrompt="1"/>
          </p:nvPr>
        </p:nvSpPr>
        <p:spPr>
          <a:xfrm>
            <a:off x="719751" y="4641692"/>
            <a:ext cx="10752498" cy="1271913"/>
          </a:xfrm>
        </p:spPr>
        <p:txBody>
          <a:bodyPr lIns="0" tIns="0" rIns="0" bIns="0" numCol="1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#Name Surname, Name Surname# </a:t>
            </a:r>
          </a:p>
        </p:txBody>
      </p:sp>
      <p:cxnSp>
        <p:nvCxnSpPr>
          <p:cNvPr id="9" name="Connettore diritto 8"/>
          <p:cNvCxnSpPr>
            <a:cxnSpLocks/>
          </p:cNvCxnSpPr>
          <p:nvPr userDrawn="1"/>
        </p:nvCxnSpPr>
        <p:spPr>
          <a:xfrm flipH="1">
            <a:off x="719400" y="2392582"/>
            <a:ext cx="10753200" cy="0"/>
          </a:xfrm>
          <a:prstGeom prst="line">
            <a:avLst/>
          </a:prstGeom>
          <a:ln w="19050" cap="rnd">
            <a:solidFill>
              <a:schemeClr val="accent5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gnaposto testo 28"/>
          <p:cNvSpPr>
            <a:spLocks noGrp="1"/>
          </p:cNvSpPr>
          <p:nvPr>
            <p:ph type="body" sz="quarter" idx="13" hasCustomPrompt="1"/>
          </p:nvPr>
        </p:nvSpPr>
        <p:spPr>
          <a:xfrm>
            <a:off x="719400" y="6094816"/>
            <a:ext cx="10753200" cy="401972"/>
          </a:xfrm>
        </p:spPr>
        <p:txBody>
          <a:bodyPr lIns="0" tIns="0" rIns="0" bIns="0" numCol="1" anchor="ctr">
            <a:noAutofit/>
          </a:bodyPr>
          <a:lstStyle>
            <a:lvl1pPr marL="0" indent="0" algn="ctr">
              <a:lnSpc>
                <a:spcPct val="114000"/>
              </a:lnSpc>
              <a:buNone/>
              <a:defRPr sz="1600" i="0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#Event, Date#</a:t>
            </a:r>
          </a:p>
        </p:txBody>
      </p:sp>
      <p:sp>
        <p:nvSpPr>
          <p:cNvPr id="10" name="Segnaposto testo 28"/>
          <p:cNvSpPr>
            <a:spLocks noGrp="1"/>
          </p:cNvSpPr>
          <p:nvPr>
            <p:ph type="body" sz="quarter" idx="14" hasCustomPrompt="1"/>
          </p:nvPr>
        </p:nvSpPr>
        <p:spPr>
          <a:xfrm>
            <a:off x="719400" y="543725"/>
            <a:ext cx="10753200" cy="1486888"/>
          </a:xfrm>
        </p:spPr>
        <p:txBody>
          <a:bodyPr numCol="1" anchor="ctr">
            <a:noAutofit/>
          </a:bodyPr>
          <a:lstStyle>
            <a:lvl1pPr marL="0" indent="0" algn="ctr">
              <a:lnSpc>
                <a:spcPct val="114000"/>
              </a:lnSpc>
              <a:buNone/>
              <a:defRPr sz="2000" i="0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#Logos and organizations#			#Logos and organizations#</a:t>
            </a:r>
          </a:p>
        </p:txBody>
      </p:sp>
      <p:cxnSp>
        <p:nvCxnSpPr>
          <p:cNvPr id="15" name="Connettore diritto 14"/>
          <p:cNvCxnSpPr>
            <a:cxnSpLocks/>
          </p:cNvCxnSpPr>
          <p:nvPr userDrawn="1"/>
        </p:nvCxnSpPr>
        <p:spPr>
          <a:xfrm flipH="1">
            <a:off x="719400" y="4465819"/>
            <a:ext cx="10753200" cy="0"/>
          </a:xfrm>
          <a:prstGeom prst="line">
            <a:avLst/>
          </a:prstGeom>
          <a:ln w="19050" cap="rnd">
            <a:solidFill>
              <a:schemeClr val="accent5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6">
            <a:extLst>
              <a:ext uri="{FF2B5EF4-FFF2-40B4-BE49-F238E27FC236}">
                <a16:creationId xmlns:a16="http://schemas.microsoft.com/office/drawing/2014/main" id="{21A5DCCE-5F0A-7935-AB01-EE85C20EFB3B}"/>
              </a:ext>
            </a:extLst>
          </p:cNvPr>
          <p:cNvSpPr/>
          <p:nvPr userDrawn="1"/>
        </p:nvSpPr>
        <p:spPr>
          <a:xfrm flipV="1">
            <a:off x="0" y="6678000"/>
            <a:ext cx="12192000" cy="180000"/>
          </a:xfrm>
          <a:prstGeom prst="rect">
            <a:avLst/>
          </a:prstGeom>
          <a:gradFill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4" name="Rettangolo 7">
            <a:extLst>
              <a:ext uri="{FF2B5EF4-FFF2-40B4-BE49-F238E27FC236}">
                <a16:creationId xmlns:a16="http://schemas.microsoft.com/office/drawing/2014/main" id="{9389BB9F-8A4E-9317-782A-8962C36FFCE2}"/>
              </a:ext>
            </a:extLst>
          </p:cNvPr>
          <p:cNvSpPr/>
          <p:nvPr userDrawn="1"/>
        </p:nvSpPr>
        <p:spPr>
          <a:xfrm flipV="1">
            <a:off x="-1" y="-3114"/>
            <a:ext cx="12192000" cy="180000"/>
          </a:xfrm>
          <a:prstGeom prst="rect">
            <a:avLst/>
          </a:prstGeom>
          <a:gradFill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</p:spTree>
    <p:extLst>
      <p:ext uri="{BB962C8B-B14F-4D97-AF65-F5344CB8AC3E}">
        <p14:creationId xmlns:p14="http://schemas.microsoft.com/office/powerpoint/2010/main" val="119495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1DD0CBC1-146B-4B4F-96F7-7E9165983F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400" y="1123200"/>
            <a:ext cx="11113200" cy="5184000"/>
          </a:xfrm>
        </p:spPr>
        <p:txBody>
          <a:bodyPr lIns="0" tIns="0" rIns="0" bIns="0" anchor="t">
            <a:no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576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864000" indent="-288000">
              <a:lnSpc>
                <a:spcPct val="114000"/>
              </a:lnSpc>
              <a:spcBef>
                <a:spcPts val="0"/>
              </a:spcBef>
              <a:buClr>
                <a:schemeClr val="accent5"/>
              </a:buClr>
              <a:defRPr sz="1600">
                <a:solidFill>
                  <a:schemeClr val="tx1"/>
                </a:solidFill>
                <a:latin typeface="+mn-lt"/>
              </a:defRPr>
            </a:lvl3pPr>
            <a:lvl4pPr marL="1152000" indent="-288000">
              <a:lnSpc>
                <a:spcPct val="114000"/>
              </a:lnSpc>
              <a:spcBef>
                <a:spcPts val="0"/>
              </a:spcBef>
              <a:buClr>
                <a:schemeClr val="accent5"/>
              </a:buClr>
              <a:defRPr sz="1600">
                <a:solidFill>
                  <a:schemeClr val="tx1"/>
                </a:solidFill>
                <a:latin typeface="+mn-lt"/>
              </a:defRPr>
            </a:lvl4pPr>
            <a:lvl5pPr marL="1440000" indent="-288000">
              <a:lnSpc>
                <a:spcPct val="114000"/>
              </a:lnSpc>
              <a:spcBef>
                <a:spcPts val="0"/>
              </a:spcBef>
              <a:buClr>
                <a:schemeClr val="accent5"/>
              </a:buClr>
              <a:defRPr sz="16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DB3B55EE-A55E-491F-9845-B8C066D7F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00" y="270000"/>
            <a:ext cx="11113200" cy="583200"/>
          </a:xfrm>
          <a:noFill/>
        </p:spPr>
        <p:txBody>
          <a:bodyPr lIns="0" tIns="0" rIns="0" bIns="0">
            <a:noAutofit/>
          </a:bodyPr>
          <a:lstStyle>
            <a:lvl1pPr algn="l">
              <a:defRPr sz="3200" b="1">
                <a:solidFill>
                  <a:schemeClr val="accent5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noProof="0" dirty="0"/>
              <a:t>#Slide Title#</a:t>
            </a:r>
          </a:p>
        </p:txBody>
      </p:sp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41D042B6-AE95-44DF-85A8-659D2B203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0925" y="6312874"/>
            <a:ext cx="981075" cy="365125"/>
          </a:xfrm>
        </p:spPr>
        <p:txBody>
          <a:bodyPr lIns="0" tIns="0" rIns="0" bIns="0" anchor="b"/>
          <a:lstStyle>
            <a:lvl1pPr algn="r">
              <a:defRPr sz="20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fld id="{4EB0C3B9-95C7-4B9D-9BF8-7100344743C3}" type="slidenum">
              <a:rPr lang="it-IT" smtClean="0"/>
              <a:pPr/>
              <a:t>‹#›</a:t>
            </a:fld>
            <a:endParaRPr lang="it-IT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CA2023-7194-0E45-5E5F-B7157E73AA0C}"/>
              </a:ext>
            </a:extLst>
          </p:cNvPr>
          <p:cNvCxnSpPr>
            <a:cxnSpLocks/>
          </p:cNvCxnSpPr>
          <p:nvPr userDrawn="1"/>
        </p:nvCxnSpPr>
        <p:spPr>
          <a:xfrm>
            <a:off x="539400" y="853200"/>
            <a:ext cx="11113200" cy="0"/>
          </a:xfrm>
          <a:prstGeom prst="line">
            <a:avLst/>
          </a:prstGeom>
          <a:ln w="12700" cap="rnd">
            <a:solidFill>
              <a:schemeClr val="accent5">
                <a:alpha val="50000"/>
              </a:schemeClr>
            </a:solidFill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735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ithout number">
    <p:bg>
      <p:bgPr>
        <a:gradFill>
          <a:gsLst>
            <a:gs pos="100000">
              <a:schemeClr val="accent5">
                <a:lumMod val="50000"/>
              </a:schemeClr>
            </a:gs>
            <a:gs pos="1000">
              <a:schemeClr val="accent5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867627" y="2799075"/>
            <a:ext cx="6456747" cy="1298219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#Section title#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867627" y="4306888"/>
            <a:ext cx="6456747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#Subtitle#</a:t>
            </a:r>
          </a:p>
        </p:txBody>
      </p:sp>
    </p:spTree>
    <p:extLst>
      <p:ext uri="{BB962C8B-B14F-4D97-AF65-F5344CB8AC3E}">
        <p14:creationId xmlns:p14="http://schemas.microsoft.com/office/powerpoint/2010/main" val="1580167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without number">
    <p:bg>
      <p:bgPr>
        <a:gradFill>
          <a:gsLst>
            <a:gs pos="100000">
              <a:srgbClr val="F0F0F0"/>
            </a:gs>
            <a:gs pos="1000">
              <a:schemeClr val="bg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867627" y="2799075"/>
            <a:ext cx="6456747" cy="1298219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GB" noProof="0" dirty="0"/>
              <a:t>#Subsection title#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867627" y="4306888"/>
            <a:ext cx="6456747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chemeClr val="accent5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#Subtitle#</a:t>
            </a:r>
          </a:p>
        </p:txBody>
      </p:sp>
    </p:spTree>
    <p:extLst>
      <p:ext uri="{BB962C8B-B14F-4D97-AF65-F5344CB8AC3E}">
        <p14:creationId xmlns:p14="http://schemas.microsoft.com/office/powerpoint/2010/main" val="2065001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contenuto 2"/>
          <p:cNvSpPr>
            <a:spLocks noGrp="1"/>
          </p:cNvSpPr>
          <p:nvPr>
            <p:ph idx="1" hasCustomPrompt="1"/>
          </p:nvPr>
        </p:nvSpPr>
        <p:spPr>
          <a:xfrm>
            <a:off x="539400" y="540000"/>
            <a:ext cx="11113200" cy="5778000"/>
          </a:xfrm>
        </p:spPr>
        <p:txBody>
          <a:bodyPr lIns="0" tIns="0" rIns="0" bIns="0" anchor="ctr">
            <a:no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>
                <a:schemeClr val="accent5"/>
              </a:buClr>
              <a:defRPr sz="1600">
                <a:solidFill>
                  <a:schemeClr val="tx1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>
                <a:schemeClr val="accent5"/>
              </a:buClr>
              <a:defRPr sz="1600">
                <a:solidFill>
                  <a:schemeClr val="tx1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>
                <a:schemeClr val="accent5"/>
              </a:buClr>
              <a:defRPr sz="16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</p:spTree>
    <p:extLst>
      <p:ext uri="{BB962C8B-B14F-4D97-AF65-F5344CB8AC3E}">
        <p14:creationId xmlns:p14="http://schemas.microsoft.com/office/powerpoint/2010/main" val="224441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6" hasCustomPrompt="1"/>
          </p:nvPr>
        </p:nvSpPr>
        <p:spPr>
          <a:xfrm>
            <a:off x="3216361" y="3356455"/>
            <a:ext cx="6165675" cy="392736"/>
          </a:xfr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sz="2400" i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 dirty="0"/>
              <a:t>#Thank you for your attention.#</a:t>
            </a:r>
          </a:p>
        </p:txBody>
      </p:sp>
      <p:sp>
        <p:nvSpPr>
          <p:cNvPr id="2" name="Rettangolo 6">
            <a:extLst>
              <a:ext uri="{FF2B5EF4-FFF2-40B4-BE49-F238E27FC236}">
                <a16:creationId xmlns:a16="http://schemas.microsoft.com/office/drawing/2014/main" id="{02C4E426-B8AE-2FF9-54B2-C62DE56FC79B}"/>
              </a:ext>
            </a:extLst>
          </p:cNvPr>
          <p:cNvSpPr/>
          <p:nvPr userDrawn="1"/>
        </p:nvSpPr>
        <p:spPr>
          <a:xfrm flipV="1">
            <a:off x="0" y="6678000"/>
            <a:ext cx="12192000" cy="180000"/>
          </a:xfrm>
          <a:prstGeom prst="rect">
            <a:avLst/>
          </a:prstGeom>
          <a:gradFill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4" name="Rettangolo 7">
            <a:extLst>
              <a:ext uri="{FF2B5EF4-FFF2-40B4-BE49-F238E27FC236}">
                <a16:creationId xmlns:a16="http://schemas.microsoft.com/office/drawing/2014/main" id="{D01341F4-9E2A-44BA-19CC-F9DFB1E03755}"/>
              </a:ext>
            </a:extLst>
          </p:cNvPr>
          <p:cNvSpPr/>
          <p:nvPr userDrawn="1"/>
        </p:nvSpPr>
        <p:spPr>
          <a:xfrm flipV="1">
            <a:off x="-1" y="-3114"/>
            <a:ext cx="12192000" cy="180000"/>
          </a:xfrm>
          <a:prstGeom prst="rect">
            <a:avLst/>
          </a:prstGeom>
          <a:gradFill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</p:spTree>
    <p:extLst>
      <p:ext uri="{BB962C8B-B14F-4D97-AF65-F5344CB8AC3E}">
        <p14:creationId xmlns:p14="http://schemas.microsoft.com/office/powerpoint/2010/main" val="2998503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90000" rIns="91440" bIns="9000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9000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0C3B9-95C7-4B9D-9BF8-7100344743C3}" type="slidenum">
              <a:rPr lang="it-IT" smtClean="0"/>
              <a:t>‹#›</a:t>
            </a:fld>
            <a:endParaRPr lang="it-IT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463D20E-E4E3-4CF8-C537-9A4E1B9B4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B04C254-7134-9023-1A45-61D75F9DA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093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72" r:id="rId2"/>
    <p:sldLayoutId id="2147483792" r:id="rId3"/>
    <p:sldLayoutId id="2147483793" r:id="rId4"/>
    <p:sldLayoutId id="2147483785" r:id="rId5"/>
    <p:sldLayoutId id="214748378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52000" indent="-288000" algn="l" defTabSz="9144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000" indent="-288000" algn="l" defTabSz="9144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co-coraggio/scientist-s-matchbox" TargetMode="External"/><Relationship Id="rId2" Type="http://schemas.openxmlformats.org/officeDocument/2006/relationships/hyperlink" Target="https://www.marco-coraggio.com/scientist-s-matchbox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noto/specimen/Noto+Serif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hyperlink" Target="https://www.jonathanleroux.org/software/iguanatex/" TargetMode="External"/><Relationship Id="rId4" Type="http://schemas.openxmlformats.org/officeDocument/2006/relationships/hyperlink" Target="https://en.wikipedia.org/wiki/Mathematical_Alphanumeric_Symbol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noto/specimen/Noto+Serif" TargetMode="External"/><Relationship Id="rId2" Type="http://schemas.openxmlformats.org/officeDocument/2006/relationships/hyperlink" Target="https://fonts.google.com/specimen/Roboto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xonthenet.altervista.org/ppsplit.ph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marcocoraggio@live.com" TargetMode="Externa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rco-coraggio.com/" TargetMode="External"/><Relationship Id="rId2" Type="http://schemas.openxmlformats.org/officeDocument/2006/relationships/hyperlink" Target="mailto:marcocoraggio@live.com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rco-coraggio.com/" TargetMode="External"/><Relationship Id="rId2" Type="http://schemas.openxmlformats.org/officeDocument/2006/relationships/hyperlink" Target="mailto:marcocoraggio@live.com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Title of the presentation</a:t>
            </a:r>
            <a:endParaRPr lang="en-US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u="sng" dirty="0"/>
              <a:t>Marco Coraggio</a:t>
            </a:r>
            <a:r>
              <a:rPr lang="en-US" baseline="30000" dirty="0"/>
              <a:t>1</a:t>
            </a:r>
            <a:r>
              <a:rPr lang="en-US" dirty="0"/>
              <a:t> | v2.3 | Part of </a:t>
            </a:r>
            <a:r>
              <a:rPr lang="en-US" dirty="0">
                <a:hlinkClick r:id="rId2"/>
              </a:rPr>
              <a:t>Scientist's Matchbox</a:t>
            </a:r>
            <a:endParaRPr lang="en-US" dirty="0"/>
          </a:p>
          <a:p>
            <a:pPr marL="0" marR="0" lvl="0" indent="0" algn="ctr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1" u="none" strike="noStrike" kern="1200" cap="none" spc="0" normalizeH="0" baseline="30000" noProof="0" dirty="0">
                <a:ln>
                  <a:noFill/>
                </a:ln>
                <a:solidFill>
                  <a:srgbClr val="12467A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2467A"/>
                </a:solidFill>
                <a:effectLst/>
                <a:uLnTx/>
                <a:uFillTx/>
                <a:ea typeface="+mn-ea"/>
                <a:cs typeface="+mn-cs"/>
              </a:rPr>
              <a:t>Affiliation (optional)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12467A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3"/>
          </p:nvPr>
        </p:nvSpPr>
        <p:spPr>
          <a:xfrm>
            <a:off x="719400" y="6164868"/>
            <a:ext cx="10753200" cy="261867"/>
          </a:xfrm>
        </p:spPr>
        <p:txBody>
          <a:bodyPr anchor="b">
            <a:spAutoFit/>
          </a:bodyPr>
          <a:lstStyle/>
          <a:p>
            <a:r>
              <a:rPr lang="en-US" noProof="0" dirty="0"/>
              <a:t>Name of the event or location, </a:t>
            </a:r>
            <a:r>
              <a:rPr lang="en-US" dirty="0"/>
              <a:t>31</a:t>
            </a:r>
            <a:r>
              <a:rPr lang="en-US" noProof="0" dirty="0"/>
              <a:t> Month 2099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1D2F4E0C-9121-A097-F4F1-F9C02E64C1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4816" y="767058"/>
            <a:ext cx="5142367" cy="90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96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539400" y="1123200"/>
            <a:ext cx="11113200" cy="5184000"/>
          </a:xfrm>
        </p:spPr>
        <p:txBody>
          <a:bodyPr anchor="ctr">
            <a:normAutofit/>
          </a:bodyPr>
          <a:lstStyle/>
          <a:p>
            <a:r>
              <a:rPr lang="en-GB"/>
              <a:t>Point 1.</a:t>
            </a:r>
          </a:p>
          <a:p>
            <a:r>
              <a:rPr lang="en-GB"/>
              <a:t>Point 2.</a:t>
            </a:r>
          </a:p>
          <a:p>
            <a:r>
              <a:rPr lang="en-GB"/>
              <a:t>Point 3…</a:t>
            </a:r>
            <a:endParaRPr lang="en-GB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xfrm>
            <a:off x="539400" y="270000"/>
            <a:ext cx="11113200" cy="583200"/>
          </a:xfrm>
        </p:spPr>
        <p:txBody>
          <a:bodyPr>
            <a:normAutofit/>
          </a:bodyPr>
          <a:lstStyle/>
          <a:p>
            <a:r>
              <a:rPr lang="en-US" noProof="0"/>
              <a:t>Outline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326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FC493B-3F55-407B-8665-FF688A883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/>
              <a:t>Don't alter font size, spacing and margins.</a:t>
            </a:r>
            <a:br>
              <a:rPr lang="en-GB"/>
            </a:br>
            <a:r>
              <a:rPr lang="en-GB"/>
              <a:t>If you feel you need more space, it means the slide has too much content.</a:t>
            </a:r>
          </a:p>
          <a:p>
            <a:r>
              <a:rPr lang="en-GB"/>
              <a:t>If possible, remain within the margins of this text box.</a:t>
            </a:r>
          </a:p>
          <a:p>
            <a:r>
              <a:rPr lang="en-GB"/>
              <a:t>Be concise: aim for 1-2 lines per bullet point.</a:t>
            </a:r>
          </a:p>
          <a:p>
            <a:r>
              <a:rPr lang="en-GB"/>
              <a:t>Animate slide elements to maintain audience focus.</a:t>
            </a:r>
          </a:p>
          <a:p>
            <a:r>
              <a:rPr lang="en-GB"/>
              <a:t>Use </a:t>
            </a:r>
            <a:r>
              <a:rPr lang="en-GB">
                <a:latin typeface="Consolas" panose="020B0609020204030204" pitchFamily="49" charset="0"/>
              </a:rPr>
              <a:t>shift + enter</a:t>
            </a:r>
            <a:r>
              <a:rPr lang="en-GB"/>
              <a:t> to insert additional </a:t>
            </a:r>
            <a:br>
              <a:rPr lang="en-GB"/>
            </a:br>
            <a:r>
              <a:rPr lang="en-GB"/>
              <a:t>space between two bullet points.</a:t>
            </a:r>
          </a:p>
          <a:p>
            <a:r>
              <a:rPr lang="en-GB"/>
              <a:t>Align text vertically to center </a:t>
            </a:r>
            <a:br>
              <a:rPr lang="en-GB"/>
            </a:br>
            <a:r>
              <a:rPr lang="en-GB"/>
              <a:t>when the slide has few text.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116704-A2F3-969B-922E-A716FA38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Style guidelines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54A7B-C5C0-4B94-C8BD-39A7E33C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3</a:t>
            </a:fld>
            <a:endParaRPr lang="it-IT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1A8E1B6-4DF9-FAD3-44B8-464E6D43C3AE}"/>
              </a:ext>
            </a:extLst>
          </p:cNvPr>
          <p:cNvGrpSpPr/>
          <p:nvPr/>
        </p:nvGrpSpPr>
        <p:grpSpPr>
          <a:xfrm>
            <a:off x="8689370" y="4334247"/>
            <a:ext cx="2964106" cy="1761374"/>
            <a:chOff x="6083907" y="5015642"/>
            <a:chExt cx="2964106" cy="1761374"/>
          </a:xfrm>
        </p:grpSpPr>
        <p:pic>
          <p:nvPicPr>
            <p:cNvPr id="7" name="Picture 6" descr="Risultati immagini per pillars of creation">
              <a:extLst>
                <a:ext uri="{FF2B5EF4-FFF2-40B4-BE49-F238E27FC236}">
                  <a16:creationId xmlns:a16="http://schemas.microsoft.com/office/drawing/2014/main" id="{F4E6EA74-A8C4-FF12-5FE9-3DC2B0FD69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779" y="5015642"/>
              <a:ext cx="2532362" cy="1422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asellaDiTesto 5 2">
              <a:extLst>
                <a:ext uri="{FF2B5EF4-FFF2-40B4-BE49-F238E27FC236}">
                  <a16:creationId xmlns:a16="http://schemas.microsoft.com/office/drawing/2014/main" id="{9F39149E-DF2B-DB53-F5A3-850457892F13}"/>
                </a:ext>
              </a:extLst>
            </p:cNvPr>
            <p:cNvSpPr txBox="1"/>
            <p:nvPr/>
          </p:nvSpPr>
          <p:spPr>
            <a:xfrm>
              <a:off x="6083907" y="6438462"/>
              <a:ext cx="2964106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Caption (optional)</a:t>
              </a:r>
              <a:endParaRPr lang="en-GB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610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90D68-7314-B984-A122-3E44E3BB1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583525-D4AD-DAF1-F107-5502E2CF5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00" y="1123200"/>
            <a:ext cx="11113200" cy="5184000"/>
          </a:xfrm>
        </p:spPr>
        <p:txBody>
          <a:bodyPr>
            <a:noAutofit/>
          </a:bodyPr>
          <a:lstStyle/>
          <a:p>
            <a:r>
              <a:rPr lang="en-GB"/>
              <a:t>Slides are built with implicit white margins, highlighted here.</a:t>
            </a:r>
          </a:p>
          <a:p>
            <a:r>
              <a:rPr lang="en-GB"/>
              <a:t>Margins in red should always be left empty, if possible.</a:t>
            </a:r>
          </a:p>
          <a:p>
            <a:r>
              <a:rPr lang="en-GB"/>
              <a:t>Margins in yellow can be occupied by footnotes and page numbers.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2D59FA-6848-24B1-74E7-E7E5AD59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00" y="270000"/>
            <a:ext cx="11113200" cy="583200"/>
          </a:xfrm>
        </p:spPr>
        <p:txBody>
          <a:bodyPr>
            <a:normAutofit/>
          </a:bodyPr>
          <a:lstStyle/>
          <a:p>
            <a:r>
              <a:rPr lang="en-GB"/>
              <a:t>Margins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81FE4-D117-01CE-9040-9C72CB4F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0925" y="6312874"/>
            <a:ext cx="981075" cy="365125"/>
          </a:xfrm>
        </p:spPr>
        <p:txBody>
          <a:bodyPr/>
          <a:lstStyle/>
          <a:p>
            <a:fld id="{4EB0C3B9-95C7-4B9D-9BF8-7100344743C3}" type="slidenum">
              <a:rPr lang="it-IT" smtClean="0"/>
              <a:pPr/>
              <a:t>4</a:t>
            </a:fld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9C5EBD-FE03-2494-CD5B-07D76DACE69B}"/>
              </a:ext>
            </a:extLst>
          </p:cNvPr>
          <p:cNvSpPr/>
          <p:nvPr/>
        </p:nvSpPr>
        <p:spPr>
          <a:xfrm>
            <a:off x="0" y="0"/>
            <a:ext cx="12192000" cy="270000"/>
          </a:xfrm>
          <a:prstGeom prst="rect">
            <a:avLst/>
          </a:prstGeom>
          <a:solidFill>
            <a:srgbClr val="CC33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0.75 cm </a:t>
            </a:r>
            <a:r>
              <a:rPr lang="it-IT" dirty="0" err="1"/>
              <a:t>tall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ABE668-BE69-2604-3EB5-D6FBDCC6E5E1}"/>
              </a:ext>
            </a:extLst>
          </p:cNvPr>
          <p:cNvSpPr/>
          <p:nvPr/>
        </p:nvSpPr>
        <p:spPr>
          <a:xfrm>
            <a:off x="0" y="270000"/>
            <a:ext cx="540000" cy="6588000"/>
          </a:xfrm>
          <a:prstGeom prst="rect">
            <a:avLst/>
          </a:prstGeom>
          <a:solidFill>
            <a:srgbClr val="CC33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1.5 cm wide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560AFC-A43B-43E0-20C1-E35E0F5BC518}"/>
              </a:ext>
            </a:extLst>
          </p:cNvPr>
          <p:cNvSpPr/>
          <p:nvPr/>
        </p:nvSpPr>
        <p:spPr>
          <a:xfrm>
            <a:off x="11653200" y="270000"/>
            <a:ext cx="540000" cy="6048000"/>
          </a:xfrm>
          <a:prstGeom prst="rect">
            <a:avLst/>
          </a:prstGeom>
          <a:solidFill>
            <a:srgbClr val="CC33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1.5 cm wide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4958E-CC2C-702E-D02F-A61E8299E7BE}"/>
              </a:ext>
            </a:extLst>
          </p:cNvPr>
          <p:cNvSpPr/>
          <p:nvPr/>
        </p:nvSpPr>
        <p:spPr>
          <a:xfrm>
            <a:off x="539400" y="853200"/>
            <a:ext cx="11113200" cy="270000"/>
          </a:xfrm>
          <a:prstGeom prst="rect">
            <a:avLst/>
          </a:prstGeom>
          <a:solidFill>
            <a:srgbClr val="CC33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0.75 cm </a:t>
            </a:r>
            <a:r>
              <a:rPr lang="it-IT" dirty="0" err="1"/>
              <a:t>tall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1BEAF6-4D92-6F04-1DC2-453DC9FF7E31}"/>
              </a:ext>
            </a:extLst>
          </p:cNvPr>
          <p:cNvSpPr txBox="1"/>
          <p:nvPr/>
        </p:nvSpPr>
        <p:spPr>
          <a:xfrm>
            <a:off x="539400" y="5912352"/>
            <a:ext cx="11113200" cy="765645"/>
          </a:xfrm>
          <a:prstGeom prst="rect">
            <a:avLst/>
          </a:prstGeom>
          <a:solidFill>
            <a:schemeClr val="bg1"/>
          </a:solidFill>
          <a:effectLst>
            <a:outerShdw dist="10160" dir="16200000" rotWithShape="0">
              <a:schemeClr val="bg1">
                <a:lumMod val="85000"/>
              </a:schemeClr>
            </a:outerShdw>
          </a:effectLst>
        </p:spPr>
        <p:txBody>
          <a:bodyPr wrap="square" lIns="0" tIns="108000" rIns="0" bIns="0" rtlCol="0" anchor="b">
            <a:spAutoFit/>
          </a:bodyPr>
          <a:lstStyle/>
          <a:p>
            <a:pPr>
              <a:spcAft>
                <a:spcPts val="400"/>
              </a:spcAft>
            </a:pP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[1] N. Surname, N. Surname, N. Surname, “Title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”, Journal/Conference, Year.</a:t>
            </a:r>
          </a:p>
          <a:p>
            <a:pPr>
              <a:spcAft>
                <a:spcPts val="400"/>
              </a:spcAft>
            </a:pP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[2] N. Surname, N. Surname, N. Surname, “Title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”, Journal/Conference, Year.</a:t>
            </a:r>
          </a:p>
          <a:p>
            <a:pPr>
              <a:spcAft>
                <a:spcPts val="400"/>
              </a:spcAft>
            </a:pP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[3] N. Surname, N. Surname, N. Surname, “Title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”, Journal/Conference, Year.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DA5CB7-671E-E389-F232-9247762CE340}"/>
              </a:ext>
            </a:extLst>
          </p:cNvPr>
          <p:cNvSpPr/>
          <p:nvPr/>
        </p:nvSpPr>
        <p:spPr>
          <a:xfrm>
            <a:off x="536400" y="6678001"/>
            <a:ext cx="11653200" cy="180000"/>
          </a:xfrm>
          <a:prstGeom prst="rect">
            <a:avLst/>
          </a:prstGeom>
          <a:solidFill>
            <a:srgbClr val="CC33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0.5 cm </a:t>
            </a:r>
            <a:r>
              <a:rPr lang="it-IT" sz="1400" dirty="0" err="1"/>
              <a:t>tall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9FB81C-627B-5F24-C587-595301162E0D}"/>
              </a:ext>
            </a:extLst>
          </p:cNvPr>
          <p:cNvSpPr/>
          <p:nvPr/>
        </p:nvSpPr>
        <p:spPr>
          <a:xfrm>
            <a:off x="540612" y="6321989"/>
            <a:ext cx="10931988" cy="359998"/>
          </a:xfrm>
          <a:prstGeom prst="rect">
            <a:avLst/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1 cm </a:t>
            </a:r>
            <a:r>
              <a:rPr lang="it-IT" dirty="0" err="1"/>
              <a:t>tall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F002A7-3D58-7259-4BA1-D61668604729}"/>
              </a:ext>
            </a:extLst>
          </p:cNvPr>
          <p:cNvSpPr/>
          <p:nvPr/>
        </p:nvSpPr>
        <p:spPr>
          <a:xfrm flipH="1">
            <a:off x="11470800" y="6317952"/>
            <a:ext cx="541813" cy="359998"/>
          </a:xfrm>
          <a:prstGeom prst="rect">
            <a:avLst/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4808E5-AA56-61CE-7382-B325DF42F482}"/>
              </a:ext>
            </a:extLst>
          </p:cNvPr>
          <p:cNvSpPr/>
          <p:nvPr/>
        </p:nvSpPr>
        <p:spPr>
          <a:xfrm>
            <a:off x="12012612" y="6318180"/>
            <a:ext cx="179387" cy="359998"/>
          </a:xfrm>
          <a:prstGeom prst="rect">
            <a:avLst/>
          </a:prstGeom>
          <a:solidFill>
            <a:srgbClr val="CC33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it-IT" sz="700" dirty="0"/>
              <a:t>0.5 cm wide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572392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DEF146-5792-6A87-FD04-6C305F02F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Math font: </a:t>
            </a:r>
            <a:r>
              <a:rPr lang="en-GB" sz="2400" dirty="0">
                <a:hlinkClick r:id="rId3"/>
              </a:rPr>
              <a:t>Noto Serif</a:t>
            </a:r>
            <a:r>
              <a:rPr lang="en-GB" sz="2400" dirty="0"/>
              <a:t>.</a:t>
            </a:r>
          </a:p>
          <a:p>
            <a:r>
              <a:rPr lang="en-GB" sz="2400" dirty="0"/>
              <a:t>When possible, type math as plain text (not LaTeX), e.g., </a:t>
            </a:r>
            <a:r>
              <a:rPr lang="en-GB" sz="2400" b="1" dirty="0">
                <a:latin typeface="Noto Serif" panose="020F0502020204030204" pitchFamily="18" charset="0"/>
                <a:ea typeface="Noto Serif" panose="020F0502020204030204" pitchFamily="18" charset="0"/>
                <a:cs typeface="Noto Serif" panose="020F0502020204030204" pitchFamily="18" charset="0"/>
              </a:rPr>
              <a:t>x</a:t>
            </a:r>
            <a:r>
              <a:rPr lang="en-GB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,</a:t>
            </a:r>
            <a:r>
              <a:rPr lang="en-GB" sz="2400" i="1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u</a:t>
            </a:r>
            <a:r>
              <a:rPr lang="en-GB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,</a:t>
            </a:r>
            <a:r>
              <a:rPr lang="en-GB" sz="2400" i="1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</a:t>
            </a:r>
            <a:r>
              <a:rPr lang="en-GB" sz="2400" b="1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A</a:t>
            </a:r>
            <a:r>
              <a:rPr lang="en-GB" sz="2400" dirty="0"/>
              <a:t>.</a:t>
            </a:r>
            <a:br>
              <a:rPr lang="en-GB" sz="2400" dirty="0"/>
            </a:b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(equation objects break animations when modified)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dirty="0"/>
              <a:t>Useful symbols: </a:t>
            </a:r>
            <a:r>
              <a:rPr lang="en-GB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− ± × ⋅ ÷ √ ‖ ∂ ∘ ⊕ ⊗     ≠ ≈ ≜ ≡ ≤ ≥ ≪ ≫ ≺ ≻</a:t>
            </a:r>
            <a:br>
              <a:rPr lang="en-GB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</a:br>
            <a:r>
              <a:rPr lang="en-GB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⇒ ⇐ ⇔ → ← ⟷ ↦     ⊃ ⊂ ⊆ ⊇ ⊅ ⊄ ∋ ∈ ∌ ∉ ∪ ∩</a:t>
            </a:r>
            <a:br>
              <a:rPr lang="en-GB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</a:br>
            <a:r>
              <a:rPr lang="en-GB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ℕ ℤ ℚ ℝ ℂ ∅     ∀ ∃ ∄ ∨ ∧     ∑ ∫ ⋯ ∞</a:t>
            </a:r>
            <a:r>
              <a:rPr lang="en-GB" dirty="0"/>
              <a:t>    (</a:t>
            </a:r>
            <a:r>
              <a:rPr lang="en-GB" dirty="0">
                <a:hlinkClick r:id="rId4"/>
              </a:rPr>
              <a:t>more</a:t>
            </a:r>
            <a:r>
              <a:rPr lang="en-GB" dirty="0"/>
              <a:t>)</a:t>
            </a:r>
            <a:endParaRPr lang="en-GB" sz="2400" dirty="0"/>
          </a:p>
          <a:p>
            <a:r>
              <a:rPr lang="en-GB" sz="2400" dirty="0"/>
              <a:t>For complex math, use </a:t>
            </a:r>
            <a:r>
              <a:rPr lang="en-GB" sz="2400" dirty="0">
                <a:hlinkClick r:id="rId5"/>
              </a:rPr>
              <a:t>IguanaTeX</a:t>
            </a:r>
            <a:r>
              <a:rPr lang="en-GB" sz="2400" dirty="0"/>
              <a:t>, and copy-paste the following:</a:t>
            </a:r>
            <a:br>
              <a:rPr lang="en-GB" sz="2400" dirty="0"/>
            </a:br>
            <a:br>
              <a:rPr lang="en-GB" sz="2400" dirty="0"/>
            </a:br>
            <a:endParaRPr lang="en-GB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DDE946-E4F2-B6B7-2715-4219528B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Mathematics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EAF0D-1836-9BC6-8D04-525BCBF5C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5</a:t>
            </a:fld>
            <a:endParaRPr lang="it-IT" dirty="0"/>
          </a:p>
        </p:txBody>
      </p:sp>
      <p:pic>
        <p:nvPicPr>
          <p:cNvPr id="16" name="Picture 15" descr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otomath}              % font&#10;\newcommand{\R}[1]{\mathrm{#1}}                               % upright text&#10;\newcommand{\B}[1]{\if#1\relax\bm{#1}\else\mathbf{#1}\fi}     % bold text&#10;\newcommand{\BB}[1]{\mathbb{#1}}                              % blackboard symbols&#10;\newcommand{\C}[1]{\mathcal{#1}}                              % calligraphic sumbols&#10;\newcommand{\ON}[1]{\operatorname{#1}}                        % use for custom operators&#10;\renewcommand{\vec}[1]{\if#1\relax\bm{#1}\else\mathbf{#1}\fi} % vectors&#10;\newcommand{\mat}[1]{\if#1\relax\bm{#1}\else\mathbf{#1}\fi}   % matrices&#10;\newcommand{\T}{^{\mathsf{T}}}                                % transpose&#10;\newcommand{\abs}[1]{\left\lvert #1 \right\rvert}             % absolute value&#10;\newcommand{\norm}[1]{\left\lVert #1 \right\rVert}            % norm&#10;\pagestyle{empty}&#10;\begin{document}&#10;&#10;\[&#10;\dot{\vec{x}} = \mat{A} \vec{x} + \mat{B} u, \quad \vec{x} \in \BB{R}^n, u \in \BB{R}.&#10;\]&#10;&#10;\end{document}" title="IguanaTex Bitmap Display">
            <a:extLst>
              <a:ext uri="{FF2B5EF4-FFF2-40B4-BE49-F238E27FC236}">
                <a16:creationId xmlns:a16="http://schemas.microsoft.com/office/drawing/2014/main" id="{8EF0E840-9997-1A81-6ED9-FD14F21CD89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810" y="5342285"/>
            <a:ext cx="3872381" cy="29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6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8118CD-D5AA-BCF4-2028-8C4DA9EDD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00" y="1123200"/>
            <a:ext cx="11113200" cy="5184000"/>
          </a:xfrm>
        </p:spPr>
        <p:txBody>
          <a:bodyPr anchor="ctr"/>
          <a:lstStyle/>
          <a:p>
            <a:r>
              <a:rPr lang="en-GB" dirty="0"/>
              <a:t>You can give theorems, definitions, etc. using this box: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dirty="0"/>
              <a:t>Cite references like this [1] or this </a:t>
            </a:r>
            <a:r>
              <a:rPr lang="en-GB" baseline="30000" dirty="0"/>
              <a:t>1</a:t>
            </a:r>
            <a:r>
              <a:rPr lang="en-GB" dirty="0"/>
              <a:t>. Start from "1" in each slide.</a:t>
            </a:r>
            <a:br>
              <a:rPr lang="en-GB" dirty="0"/>
            </a:b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60F71E-0A60-7A05-58F0-D8DC46A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00" y="270000"/>
            <a:ext cx="11113200" cy="583200"/>
          </a:xfrm>
        </p:spPr>
        <p:txBody>
          <a:bodyPr>
            <a:normAutofit/>
          </a:bodyPr>
          <a:lstStyle/>
          <a:p>
            <a:r>
              <a:rPr lang="en-GB"/>
              <a:t>Theorem box and references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E0372-319E-0171-F6F9-CACC102C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0925" y="6312874"/>
            <a:ext cx="981075" cy="365125"/>
          </a:xfrm>
        </p:spPr>
        <p:txBody>
          <a:bodyPr/>
          <a:lstStyle/>
          <a:p>
            <a:fld id="{4EB0C3B9-95C7-4B9D-9BF8-7100344743C3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D7735-B0F0-AD3E-76E0-8A1F0F3EC871}"/>
              </a:ext>
            </a:extLst>
          </p:cNvPr>
          <p:cNvSpPr txBox="1"/>
          <p:nvPr/>
        </p:nvSpPr>
        <p:spPr>
          <a:xfrm>
            <a:off x="539400" y="5912352"/>
            <a:ext cx="11113200" cy="765645"/>
          </a:xfrm>
          <a:prstGeom prst="rect">
            <a:avLst/>
          </a:prstGeom>
          <a:solidFill>
            <a:schemeClr val="bg1"/>
          </a:solidFill>
          <a:effectLst>
            <a:outerShdw dist="10160" dir="16200000" rotWithShape="0">
              <a:schemeClr val="bg1">
                <a:lumMod val="85000"/>
              </a:schemeClr>
            </a:outerShdw>
          </a:effectLst>
        </p:spPr>
        <p:txBody>
          <a:bodyPr wrap="square" lIns="0" tIns="108000" rIns="0" bIns="0" rtlCol="0" anchor="b">
            <a:spAutoFit/>
          </a:bodyPr>
          <a:lstStyle/>
          <a:p>
            <a:pPr>
              <a:spcAft>
                <a:spcPts val="400"/>
              </a:spcAft>
            </a:pP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[1] N. Surname, N. Surname, N. Surname, “Title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”, Journal/Conference, Year.</a:t>
            </a:r>
          </a:p>
          <a:p>
            <a:pPr>
              <a:spcAft>
                <a:spcPts val="400"/>
              </a:spcAft>
            </a:pP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[2] N. Surname, N. Surname, N. Surname, “Title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”, Journal/Conference, Year.</a:t>
            </a:r>
          </a:p>
          <a:p>
            <a:pPr>
              <a:spcAft>
                <a:spcPts val="400"/>
              </a:spcAft>
            </a:pP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[3] N. Surname, N. Surname, N. Surname, “Title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”, Journal/Conference, Year.</a:t>
            </a:r>
          </a:p>
        </p:txBody>
      </p:sp>
      <p:sp>
        <p:nvSpPr>
          <p:cNvPr id="5" name="Rettangolo arrotondato 5">
            <a:extLst>
              <a:ext uri="{FF2B5EF4-FFF2-40B4-BE49-F238E27FC236}">
                <a16:creationId xmlns:a16="http://schemas.microsoft.com/office/drawing/2014/main" id="{17F31963-55D9-73D7-6591-D33109B8273A}"/>
              </a:ext>
            </a:extLst>
          </p:cNvPr>
          <p:cNvSpPr/>
          <p:nvPr/>
        </p:nvSpPr>
        <p:spPr>
          <a:xfrm>
            <a:off x="720000" y="2751400"/>
            <a:ext cx="10752000" cy="1033846"/>
          </a:xfrm>
          <a:prstGeom prst="roundRect">
            <a:avLst>
              <a:gd name="adj" fmla="val 0"/>
            </a:avLst>
          </a:prstGeom>
          <a:solidFill>
            <a:srgbClr val="EEF5FC"/>
          </a:solidFill>
          <a:ln cap="rnd">
            <a:solidFill>
              <a:schemeClr val="accent5">
                <a:alpha val="50000"/>
              </a:schemeClr>
            </a:solidFill>
            <a:round/>
          </a:ln>
          <a:effectLst>
            <a:glow rad="76200">
              <a:schemeClr val="bg1">
                <a:lumMod val="50000"/>
                <a:alpha val="2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08000" rIns="180000" bIns="10800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b="1" dirty="0">
                <a:solidFill>
                  <a:schemeClr val="tx1"/>
                </a:solidFill>
              </a:rPr>
              <a:t>Theorem (</a:t>
            </a:r>
            <a:r>
              <a:rPr lang="en-GB" sz="2400" b="1" dirty="0" err="1">
                <a:solidFill>
                  <a:schemeClr val="tx1"/>
                </a:solidFill>
              </a:rPr>
              <a:t>Pythagora</a:t>
            </a:r>
            <a:r>
              <a:rPr lang="en-GB" sz="2400" b="1" dirty="0">
                <a:solidFill>
                  <a:schemeClr val="tx1"/>
                </a:solidFill>
              </a:rPr>
              <a:t>). </a:t>
            </a:r>
            <a:r>
              <a:rPr lang="en-GB" sz="2400" dirty="0">
                <a:solidFill>
                  <a:schemeClr val="tx1"/>
                </a:solidFill>
              </a:rPr>
              <a:t>Let </a:t>
            </a:r>
            <a:r>
              <a:rPr lang="en-GB" sz="2400" i="1" dirty="0">
                <a:solidFill>
                  <a:schemeClr val="tx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</a:t>
            </a:r>
            <a:r>
              <a:rPr lang="en-GB" sz="2400" dirty="0">
                <a:solidFill>
                  <a:schemeClr val="tx1"/>
                </a:solidFill>
              </a:rPr>
              <a:t> be the hypotenuse of a right triangle, and </a:t>
            </a:r>
            <a:r>
              <a:rPr lang="en-GB" sz="2400" i="1" dirty="0">
                <a:solidFill>
                  <a:schemeClr val="tx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a</a:t>
            </a:r>
            <a:r>
              <a:rPr lang="en-GB" sz="2400" dirty="0">
                <a:solidFill>
                  <a:schemeClr val="tx1"/>
                </a:solidFill>
              </a:rPr>
              <a:t> and </a:t>
            </a:r>
            <a:r>
              <a:rPr lang="en-GB" sz="2400" i="1" dirty="0">
                <a:solidFill>
                  <a:schemeClr val="tx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b</a:t>
            </a:r>
            <a:r>
              <a:rPr lang="en-GB" sz="2400" dirty="0">
                <a:solidFill>
                  <a:schemeClr val="tx1"/>
                </a:solidFill>
              </a:rPr>
              <a:t> be the other two sides. Then </a:t>
            </a:r>
            <a:r>
              <a:rPr lang="en-GB" sz="2400" i="1" dirty="0">
                <a:solidFill>
                  <a:schemeClr val="tx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</a:t>
            </a:r>
            <a:r>
              <a:rPr lang="en-GB" sz="2400" baseline="30000" dirty="0">
                <a:solidFill>
                  <a:schemeClr val="tx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2</a:t>
            </a:r>
            <a:r>
              <a:rPr lang="en-GB" sz="2400" dirty="0">
                <a:solidFill>
                  <a:schemeClr val="tx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= </a:t>
            </a:r>
            <a:r>
              <a:rPr lang="en-GB" sz="2400" i="1" dirty="0">
                <a:solidFill>
                  <a:schemeClr val="tx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a</a:t>
            </a:r>
            <a:r>
              <a:rPr lang="en-GB" sz="2400" baseline="30000" dirty="0">
                <a:solidFill>
                  <a:schemeClr val="tx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2</a:t>
            </a:r>
            <a:r>
              <a:rPr lang="en-GB" sz="2400" dirty="0">
                <a:solidFill>
                  <a:schemeClr val="tx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+ </a:t>
            </a:r>
            <a:r>
              <a:rPr lang="en-GB" sz="2400" i="1" dirty="0">
                <a:solidFill>
                  <a:schemeClr val="tx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b</a:t>
            </a:r>
            <a:r>
              <a:rPr lang="en-GB" sz="2400" baseline="30000" dirty="0">
                <a:solidFill>
                  <a:schemeClr val="tx1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2</a:t>
            </a:r>
            <a:r>
              <a:rPr lang="en-GB" sz="2400" dirty="0">
                <a:solidFill>
                  <a:schemeClr val="tx1"/>
                </a:solidFill>
              </a:rPr>
              <a:t>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001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E83C32-7947-6B23-5BD1-00D89DF0B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Highlight </a:t>
            </a:r>
            <a:r>
              <a:rPr lang="en-GB" b="1">
                <a:solidFill>
                  <a:schemeClr val="accent6"/>
                </a:solidFill>
              </a:rPr>
              <a:t>important concepts </a:t>
            </a:r>
            <a:r>
              <a:rPr lang="en-GB"/>
              <a:t>using bold blue.</a:t>
            </a:r>
          </a:p>
          <a:p>
            <a:r>
              <a:rPr lang="en-GB"/>
              <a:t>You can use </a:t>
            </a:r>
            <a:r>
              <a:rPr lang="en-GB" i="1"/>
              <a:t>inline footnotes </a:t>
            </a:r>
            <a:r>
              <a:rPr lang="en-GB"/>
              <a:t>like this.</a:t>
            </a:r>
            <a:br>
              <a:rPr lang="en-GB"/>
            </a:br>
            <a:r>
              <a:rPr lang="en-GB" sz="1600">
                <a:solidFill>
                  <a:schemeClr val="tx1">
                    <a:lumMod val="65000"/>
                    <a:lumOff val="35000"/>
                  </a:schemeClr>
                </a:solidFill>
              </a:rPr>
              <a:t>(a clarification or a detail)</a:t>
            </a:r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/>
              <a:t>Explain and highlight using these tools: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09D7A9-E740-E159-8FD9-5AD33DD0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Tools to clarify and highlight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35C78-3BE1-5345-3D6C-5E7699A5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5" name="CasellaDiTesto 5 1 1">
            <a:extLst>
              <a:ext uri="{FF2B5EF4-FFF2-40B4-BE49-F238E27FC236}">
                <a16:creationId xmlns:a16="http://schemas.microsoft.com/office/drawing/2014/main" id="{D728BCC3-48F4-5589-48B5-3C8F1680FB71}"/>
              </a:ext>
            </a:extLst>
          </p:cNvPr>
          <p:cNvSpPr txBox="1"/>
          <p:nvPr/>
        </p:nvSpPr>
        <p:spPr>
          <a:xfrm>
            <a:off x="7711469" y="4312864"/>
            <a:ext cx="2741469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  <a:round/>
          </a:ln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x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∈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ℝ</a:t>
            </a:r>
            <a:r>
              <a:rPr lang="en-US" sz="160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n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state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u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∈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ℝ</a:t>
            </a:r>
            <a:r>
              <a:rPr lang="en-US" sz="160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n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input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A</a:t>
            </a:r>
            <a:r>
              <a:rPr lang="en-US" sz="1600" i="1" baseline="-25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ij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∈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ℝ</a:t>
            </a:r>
            <a:r>
              <a:rPr lang="en-US" sz="160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n×n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dynamics matrix</a:t>
            </a:r>
            <a:endParaRPr lang="en-US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" name="Gruppo 6">
            <a:extLst>
              <a:ext uri="{FF2B5EF4-FFF2-40B4-BE49-F238E27FC236}">
                <a16:creationId xmlns:a16="http://schemas.microsoft.com/office/drawing/2014/main" id="{1981F6E1-6953-7275-099C-2DDCB5935AE3}"/>
              </a:ext>
            </a:extLst>
          </p:cNvPr>
          <p:cNvGrpSpPr/>
          <p:nvPr/>
        </p:nvGrpSpPr>
        <p:grpSpPr>
          <a:xfrm>
            <a:off x="4787606" y="5182998"/>
            <a:ext cx="1645282" cy="768862"/>
            <a:chOff x="3897738" y="5359842"/>
            <a:chExt cx="3122216" cy="768862"/>
          </a:xfrm>
        </p:grpSpPr>
        <p:cxnSp>
          <p:nvCxnSpPr>
            <p:cNvPr id="7" name="Connettore 2 7">
              <a:extLst>
                <a:ext uri="{FF2B5EF4-FFF2-40B4-BE49-F238E27FC236}">
                  <a16:creationId xmlns:a16="http://schemas.microsoft.com/office/drawing/2014/main" id="{7FA8894D-A81D-FE8E-EAED-E7D88B47D8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6592" y="5359842"/>
              <a:ext cx="639159" cy="610969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8">
              <a:extLst>
                <a:ext uri="{FF2B5EF4-FFF2-40B4-BE49-F238E27FC236}">
                  <a16:creationId xmlns:a16="http://schemas.microsoft.com/office/drawing/2014/main" id="{C2279483-E661-A0BC-B4C1-2C2B1ED45538}"/>
                </a:ext>
              </a:extLst>
            </p:cNvPr>
            <p:cNvSpPr txBox="1"/>
            <p:nvPr/>
          </p:nvSpPr>
          <p:spPr>
            <a:xfrm>
              <a:off x="3897738" y="5728594"/>
              <a:ext cx="3122216" cy="400110"/>
            </a:xfrm>
            <a:prstGeom prst="rect">
              <a:avLst/>
            </a:prstGeom>
            <a:solidFill>
              <a:srgbClr val="EEF5FC"/>
            </a:solidFill>
            <a:ln w="12700">
              <a:solidFill>
                <a:schemeClr val="accent5">
                  <a:alpha val="50000"/>
                </a:schemeClr>
              </a:solidFill>
            </a:ln>
            <a:effectLst>
              <a:glow rad="76200">
                <a:schemeClr val="bg1">
                  <a:lumMod val="50000"/>
                  <a:alpha val="2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highlight box</a:t>
              </a:r>
              <a:endPara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" name="Connettore diritto 18">
            <a:extLst>
              <a:ext uri="{FF2B5EF4-FFF2-40B4-BE49-F238E27FC236}">
                <a16:creationId xmlns:a16="http://schemas.microsoft.com/office/drawing/2014/main" id="{6DBB9991-7874-12B7-D171-7D1038026871}"/>
              </a:ext>
            </a:extLst>
          </p:cNvPr>
          <p:cNvCxnSpPr/>
          <p:nvPr/>
        </p:nvCxnSpPr>
        <p:spPr>
          <a:xfrm>
            <a:off x="5784950" y="4971355"/>
            <a:ext cx="38897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umetto 1 12">
            <a:extLst>
              <a:ext uri="{FF2B5EF4-FFF2-40B4-BE49-F238E27FC236}">
                <a16:creationId xmlns:a16="http://schemas.microsoft.com/office/drawing/2014/main" id="{2CA51EEA-2D1F-85CE-982A-4458D52D38D5}"/>
              </a:ext>
            </a:extLst>
          </p:cNvPr>
          <p:cNvSpPr/>
          <p:nvPr/>
        </p:nvSpPr>
        <p:spPr>
          <a:xfrm>
            <a:off x="3187699" y="3916618"/>
            <a:ext cx="1370215" cy="783193"/>
          </a:xfrm>
          <a:prstGeom prst="wedgeRoundRectCallout">
            <a:avLst>
              <a:gd name="adj1" fmla="val 80295"/>
              <a:gd name="adj2" fmla="val 48541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cap="rnd">
            <a:solidFill>
              <a:schemeClr val="bg1">
                <a:lumMod val="50000"/>
              </a:schemeClr>
            </a:solidFill>
            <a:round/>
          </a:ln>
          <a:effectLst>
            <a:glow rad="76200">
              <a:schemeClr val="bg1">
                <a:lumMod val="50000"/>
                <a:alpha val="2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highlight fact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2E5C58F-FC5E-8BA9-5AE8-1B86E8AE1984}"/>
              </a:ext>
            </a:extLst>
          </p:cNvPr>
          <p:cNvGrpSpPr/>
          <p:nvPr/>
        </p:nvGrpSpPr>
        <p:grpSpPr>
          <a:xfrm>
            <a:off x="7711470" y="5182998"/>
            <a:ext cx="627668" cy="307777"/>
            <a:chOff x="7711470" y="5182998"/>
            <a:chExt cx="627668" cy="307777"/>
          </a:xfrm>
        </p:grpSpPr>
        <p:sp>
          <p:nvSpPr>
            <p:cNvPr id="13" name="CasellaDiTesto 13">
              <a:extLst>
                <a:ext uri="{FF2B5EF4-FFF2-40B4-BE49-F238E27FC236}">
                  <a16:creationId xmlns:a16="http://schemas.microsoft.com/office/drawing/2014/main" id="{EF29654F-9298-EAC7-26BD-977B6A1292A1}"/>
                </a:ext>
              </a:extLst>
            </p:cNvPr>
            <p:cNvSpPr txBox="1"/>
            <p:nvPr/>
          </p:nvSpPr>
          <p:spPr>
            <a:xfrm>
              <a:off x="7711470" y="5182998"/>
              <a:ext cx="627668" cy="3077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CMU Serif" panose="02000603000000000000" pitchFamily="2" charset="0"/>
                  <a:cs typeface="Times New Roman" panose="02020603050405020304" pitchFamily="18" charset="0"/>
                </a:rPr>
                <a:t> </a:t>
              </a:r>
              <a:endParaRPr lang="en-GB" sz="1400" baseline="-25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4" name="Picture 13" descr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otomath}              % font&#10;\newcommand{\R}[1]{\mathrm{#1}}                               % upright text&#10;\newcommand{\B}[1]{\if#1\relax\bm{#1}\else\mathbf{#1}\fi}     % bold text&#10;\newcommand{\BB}[1]{\mathbb{#1}}                              % blackboard symbols&#10;\newcommand{\C}[1]{\mathcal{#1}}                              % calligraphic sumbols&#10;\newcommand{\ON}[1]{\operatorname{#1}}                        % use for custom operators&#10;\renewcommand{\vec}[1]{\if#1\relax\bm{#1}\else\mathbf{#1}\fi} % vectors&#10;\newcommand{\mat}[1]{\if#1\relax\bm{#1}\else\mathbf{#1}\fi}   % matrices&#10;\newcommand{\T}{^{\mathsf{T}}}                                % transpose&#10;\newcommand{\abs}[1]{\left\lvert #1 \right\rvert}             % absolute value&#10;\newcommand{\norm}[1]{\left\lVert #1 \right\rVert}            % norm&#10;\definecolor{mygray}{RGB}{89, 89, 89}&#10;\pagestyle{empty}&#10;\begin{document}&#10;&#10;\color{mygray}&#10;\[&#10;a = b&#10;\]&#10;&#10;\end{document}" title="IguanaTex Picture Display">
              <a:extLst>
                <a:ext uri="{FF2B5EF4-FFF2-40B4-BE49-F238E27FC236}">
                  <a16:creationId xmlns:a16="http://schemas.microsoft.com/office/drawing/2014/main" id="{43FC9720-23CD-D6CE-646D-FD9D1E0E227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0617" y="5266183"/>
              <a:ext cx="429728" cy="14634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8F9D45C-449A-884B-DCD4-8A300247C00E}"/>
              </a:ext>
            </a:extLst>
          </p:cNvPr>
          <p:cNvSpPr/>
          <p:nvPr/>
        </p:nvSpPr>
        <p:spPr>
          <a:xfrm>
            <a:off x="6476206" y="4597894"/>
            <a:ext cx="554629" cy="426544"/>
          </a:xfrm>
          <a:prstGeom prst="rect">
            <a:avLst/>
          </a:prstGeom>
          <a:noFill/>
          <a:ln w="38100" cap="rnd">
            <a:solidFill>
              <a:schemeClr val="accent6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EB700D7-F43B-AC41-BE9C-898B54B3C9A7}"/>
              </a:ext>
            </a:extLst>
          </p:cNvPr>
          <p:cNvGrpSpPr/>
          <p:nvPr/>
        </p:nvGrpSpPr>
        <p:grpSpPr>
          <a:xfrm>
            <a:off x="8954842" y="5336886"/>
            <a:ext cx="1442342" cy="817390"/>
            <a:chOff x="2141513" y="5078554"/>
            <a:chExt cx="1442342" cy="817390"/>
          </a:xfrm>
        </p:grpSpPr>
        <p:cxnSp>
          <p:nvCxnSpPr>
            <p:cNvPr id="20" name="Connettore 2 10">
              <a:extLst>
                <a:ext uri="{FF2B5EF4-FFF2-40B4-BE49-F238E27FC236}">
                  <a16:creationId xmlns:a16="http://schemas.microsoft.com/office/drawing/2014/main" id="{5537704D-806D-80D9-622A-D91669943B67}"/>
                </a:ext>
              </a:extLst>
            </p:cNvPr>
            <p:cNvCxnSpPr>
              <a:cxnSpLocks/>
            </p:cNvCxnSpPr>
            <p:nvPr/>
          </p:nvCxnSpPr>
          <p:spPr>
            <a:xfrm>
              <a:off x="2442430" y="5895944"/>
              <a:ext cx="840509" cy="0"/>
            </a:xfrm>
            <a:prstGeom prst="straightConnector1">
              <a:avLst/>
            </a:prstGeom>
            <a:ln w="76200" cap="flat">
              <a:solidFill>
                <a:schemeClr val="accent5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76D1C8-F2A7-B7F2-19B0-8946D2BB5B74}"/>
                </a:ext>
              </a:extLst>
            </p:cNvPr>
            <p:cNvSpPr txBox="1"/>
            <p:nvPr/>
          </p:nvSpPr>
          <p:spPr>
            <a:xfrm>
              <a:off x="2141513" y="5078554"/>
              <a:ext cx="144234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to describe processes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68F47DE-C302-83AB-9542-3B95CFFC56AA}"/>
              </a:ext>
            </a:extLst>
          </p:cNvPr>
          <p:cNvGrpSpPr/>
          <p:nvPr/>
        </p:nvGrpSpPr>
        <p:grpSpPr>
          <a:xfrm>
            <a:off x="5031523" y="3826523"/>
            <a:ext cx="1263455" cy="1144832"/>
            <a:chOff x="5031523" y="3826523"/>
            <a:chExt cx="1263455" cy="11448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38E2D9B-29AE-F7E2-92A9-B59ED69C66D7}"/>
                </a:ext>
              </a:extLst>
            </p:cNvPr>
            <p:cNvGrpSpPr/>
            <p:nvPr/>
          </p:nvGrpSpPr>
          <p:grpSpPr>
            <a:xfrm>
              <a:off x="5031523" y="3826523"/>
              <a:ext cx="1263455" cy="989317"/>
              <a:chOff x="3309967" y="3770159"/>
              <a:chExt cx="1263455" cy="989317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DE89F41-9067-9BCB-3CE1-84A7D220D2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56564" y="3948097"/>
                <a:ext cx="389569" cy="811379"/>
              </a:xfrm>
              <a:prstGeom prst="line">
                <a:avLst/>
              </a:prstGeom>
              <a:ln w="127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CasellaDiTesto 5 1 2">
                <a:extLst>
                  <a:ext uri="{FF2B5EF4-FFF2-40B4-BE49-F238E27FC236}">
                    <a16:creationId xmlns:a16="http://schemas.microsoft.com/office/drawing/2014/main" id="{2733E17E-657B-B2C0-E60A-BEA21CA81A66}"/>
                  </a:ext>
                </a:extLst>
              </p:cNvPr>
              <p:cNvSpPr txBox="1"/>
              <p:nvPr/>
            </p:nvSpPr>
            <p:spPr>
              <a:xfrm>
                <a:off x="3309967" y="3770159"/>
                <a:ext cx="1263455" cy="33855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explanation</a:t>
                </a:r>
                <a:endParaRPr lang="en-US" sz="16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B87681A-F3FB-3112-59FF-FC513996E619}"/>
                </a:ext>
              </a:extLst>
            </p:cNvPr>
            <p:cNvSpPr/>
            <p:nvPr/>
          </p:nvSpPr>
          <p:spPr>
            <a:xfrm>
              <a:off x="5178987" y="4632801"/>
              <a:ext cx="311220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otomath}              % font&#10;\newcommand{\R}[1]{\mathrm{#1}}                               % upright text&#10;\newcommand{\B}[1]{\if#1\relax\bm{#1}\else\mathbf{#1}\fi}     % bold text&#10;\newcommand{\BB}[1]{\mathbb{#1}}                              % blackboard symbols&#10;\newcommand{\C}[1]{\mathcal{#1}}                              % calligraphic sumbols&#10;\newcommand{\ON}[1]{\operatorname{#1}}                        % use for custom operators&#10;\renewcommand{\vec}[1]{\if#1\relax\bm{#1}\else\mathbf{#1}\fi} % vectors&#10;\newcommand{\mat}[1]{\if#1\relax\bm{#1}\else\mathbf{#1}\fi}   % matrices&#10;\newcommand{\T}{^{\mathsf{T}}}                                % transpose&#10;\newcommand{\abs}[1]{\left\lvert #1 \right\rvert}             % absolute value&#10;\newcommand{\norm}[1]{\left\lVert #1 \right\rVert}            % norm&#10;\definecolor{mygray}{RGB}{89, 89, 89}&#10;\pagestyle{empty}&#10;\begin{document}&#10;&#10;\[&#10;\dot{\vec{x}} = \mat{A} \vec{x} + \mat{B} u.&#10;\]&#10;&#10;\end{document}" title="IguanaTex Bitmap Display">
            <a:extLst>
              <a:ext uri="{FF2B5EF4-FFF2-40B4-BE49-F238E27FC236}">
                <a16:creationId xmlns:a16="http://schemas.microsoft.com/office/drawing/2014/main" id="{2EB1CB04-548D-85CE-0C24-63ED41DA51E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619" y="4683499"/>
            <a:ext cx="1704762" cy="21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7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B2C392-15ED-857F-C894-3FAF7A4C1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Text elements and tables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41FFA-0A56-E974-1007-E271AA1C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8</a:t>
            </a:fld>
            <a:endParaRPr lang="it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7A6EBE-D24B-7320-9641-54ADC0FE6E6B}"/>
              </a:ext>
            </a:extLst>
          </p:cNvPr>
          <p:cNvSpPr txBox="1"/>
          <p:nvPr/>
        </p:nvSpPr>
        <p:spPr>
          <a:xfrm>
            <a:off x="8245708" y="2293526"/>
            <a:ext cx="2088444" cy="40011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cap="rnd">
            <a:solidFill>
              <a:schemeClr val="bg1">
                <a:lumMod val="50000"/>
              </a:schemeClr>
            </a:solidFill>
          </a:ln>
          <a:effectLst>
            <a:glow rad="76200">
              <a:schemeClr val="bg1">
                <a:lumMod val="50000"/>
                <a:alpha val="2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A key message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491403C-41C0-3A90-9B12-B26F2191B1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6714565"/>
              </p:ext>
            </p:extLst>
          </p:nvPr>
        </p:nvGraphicFramePr>
        <p:xfrm>
          <a:off x="933607" y="4086512"/>
          <a:ext cx="5162393" cy="1544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2800F02-3366-B4C2-FA4A-464DDB8ABE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3168777"/>
              </p:ext>
            </p:extLst>
          </p:nvPr>
        </p:nvGraphicFramePr>
        <p:xfrm>
          <a:off x="720000" y="2659661"/>
          <a:ext cx="5451984" cy="841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D9F9195-A800-C682-9141-8E79432080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5100618"/>
              </p:ext>
            </p:extLst>
          </p:nvPr>
        </p:nvGraphicFramePr>
        <p:xfrm>
          <a:off x="720000" y="1578335"/>
          <a:ext cx="5451984" cy="841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0" name="CasellaDiTesto 5 1 1">
            <a:extLst>
              <a:ext uri="{FF2B5EF4-FFF2-40B4-BE49-F238E27FC236}">
                <a16:creationId xmlns:a16="http://schemas.microsoft.com/office/drawing/2014/main" id="{1C593391-67D6-A84F-BA09-E9B6E51520E3}"/>
              </a:ext>
            </a:extLst>
          </p:cNvPr>
          <p:cNvSpPr txBox="1"/>
          <p:nvPr/>
        </p:nvSpPr>
        <p:spPr>
          <a:xfrm>
            <a:off x="180000" y="6216334"/>
            <a:ext cx="3277575" cy="461665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Boxed footnotes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may hold secondary facts, though the appendix is usually a better place</a:t>
            </a:r>
            <a:endParaRPr lang="en-US" sz="12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1" name="Tabella 4">
            <a:extLst>
              <a:ext uri="{FF2B5EF4-FFF2-40B4-BE49-F238E27FC236}">
                <a16:creationId xmlns:a16="http://schemas.microsoft.com/office/drawing/2014/main" id="{4B27B67F-BB1B-9613-DB03-E25DE9E1B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403559"/>
              </p:ext>
            </p:extLst>
          </p:nvPr>
        </p:nvGraphicFramePr>
        <p:xfrm>
          <a:off x="7462411" y="3578676"/>
          <a:ext cx="3655038" cy="216000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1218346">
                  <a:extLst>
                    <a:ext uri="{9D8B030D-6E8A-4147-A177-3AD203B41FA5}">
                      <a16:colId xmlns:a16="http://schemas.microsoft.com/office/drawing/2014/main" val="4072490505"/>
                    </a:ext>
                  </a:extLst>
                </a:gridCol>
                <a:gridCol w="1218346">
                  <a:extLst>
                    <a:ext uri="{9D8B030D-6E8A-4147-A177-3AD203B41FA5}">
                      <a16:colId xmlns:a16="http://schemas.microsoft.com/office/drawing/2014/main" val="3183405344"/>
                    </a:ext>
                  </a:extLst>
                </a:gridCol>
                <a:gridCol w="1218346">
                  <a:extLst>
                    <a:ext uri="{9D8B030D-6E8A-4147-A177-3AD203B41FA5}">
                      <a16:colId xmlns:a16="http://schemas.microsoft.com/office/drawing/2014/main" val="218649741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Entry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Entry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Entry</a:t>
                      </a:r>
                      <a:r>
                        <a:rPr lang="en-GB" sz="2000" b="1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GB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9793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GB" sz="2000" i="1" dirty="0">
                          <a:solidFill>
                            <a:schemeClr val="tx1"/>
                          </a:solidFill>
                          <a:latin typeface="Noto Serif" panose="02020600060500020200" pitchFamily="18" charset="0"/>
                          <a:ea typeface="Noto Serif" panose="02020600060500020200" pitchFamily="18" charset="0"/>
                          <a:cs typeface="Noto Serif" panose="02020600060500020200" pitchFamily="18" charset="0"/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997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i="1" dirty="0">
                          <a:solidFill>
                            <a:schemeClr val="tx1"/>
                          </a:solidFill>
                          <a:latin typeface="Noto Serif" panose="02020600060500020200" pitchFamily="18" charset="0"/>
                          <a:ea typeface="Noto Serif" panose="02020600060500020200" pitchFamily="18" charset="0"/>
                          <a:cs typeface="Noto Serif" panose="02020600060500020200" pitchFamily="18" charset="0"/>
                        </a:rPr>
                        <a:t>y</a:t>
                      </a:r>
                      <a:endParaRPr lang="en-GB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16234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i="1" dirty="0">
                          <a:solidFill>
                            <a:schemeClr val="tx1"/>
                          </a:solidFill>
                          <a:latin typeface="Noto Serif" panose="02020600060500020200" pitchFamily="18" charset="0"/>
                          <a:ea typeface="Noto Serif" panose="02020600060500020200" pitchFamily="18" charset="0"/>
                          <a:cs typeface="Noto Serif" panose="02020600060500020200" pitchFamily="18" charset="0"/>
                        </a:rPr>
                        <a:t>z</a:t>
                      </a:r>
                      <a:endParaRPr lang="en-GB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740135"/>
                  </a:ext>
                </a:extLst>
              </a:tr>
              <a:tr h="4320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Caption (optional)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425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70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82FBECE-29E5-4217-A3B8-EB7C235F0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BF09966-9DF0-4B99-9863-24516F5A9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52F92AC-0AE7-4B3C-A86E-54C171FF50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B30B88F-7CFD-4449-8DCE-0A7B9DF454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2FBECE-29E5-4217-A3B8-EB7C235F0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BF09966-9DF0-4B99-9863-24516F5A9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52F92AC-0AE7-4B3C-A86E-54C171FF50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B30B88F-7CFD-4449-8DCE-0A7B9DF454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B90F2B9-5760-4C30-8A77-8EF1B0E51A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12B469-7914-4ABA-840A-913282CE5F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D139C1E-E7AF-43C4-B230-41F302D1A1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772ED64-091A-4142-88FE-4E941AFAA2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34CD1DE-2D6C-4F11-9B45-7CB794A854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97348AC-5B53-4C00-A2EA-2D93A06C73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FC00012-3B31-4E71-BB1C-854C72E53C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6" grpId="0" uiExpand="1">
        <p:bldSub>
          <a:bldDgm bld="lvlAtOnce"/>
        </p:bldSub>
      </p:bldGraphic>
      <p:bldGraphic spid="7" grpId="0">
        <p:bldSub>
          <a:bldDgm bld="one"/>
        </p:bldSub>
      </p:bldGraphic>
      <p:bldGraphic spid="8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6093EF-7600-A2E7-C06F-65FDA418F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dirty="0"/>
              <a:t>Body typeface: </a:t>
            </a:r>
            <a:r>
              <a:rPr lang="en-GB" dirty="0">
                <a:hlinkClick r:id="rId2"/>
              </a:rPr>
              <a:t>Roboto</a:t>
            </a:r>
            <a:r>
              <a:rPr lang="en-GB" dirty="0"/>
              <a:t>.</a:t>
            </a:r>
          </a:p>
          <a:p>
            <a:r>
              <a:rPr lang="en-GB" dirty="0"/>
              <a:t>Titles typeface: </a:t>
            </a:r>
            <a:r>
              <a:rPr lang="en-GB" dirty="0">
                <a:hlinkClick r:id="rId2"/>
              </a:rPr>
              <a:t>Roboto</a:t>
            </a:r>
            <a:r>
              <a:rPr lang="en-GB" dirty="0"/>
              <a:t>.</a:t>
            </a:r>
          </a:p>
          <a:p>
            <a:r>
              <a:rPr lang="en-GB" dirty="0"/>
              <a:t>Math typeface: </a:t>
            </a:r>
            <a:r>
              <a:rPr lang="en-GB" dirty="0">
                <a:hlinkClick r:id="rId3"/>
              </a:rPr>
              <a:t>Noto Serif</a:t>
            </a:r>
            <a:r>
              <a:rPr lang="en-GB" dirty="0"/>
              <a:t>.</a:t>
            </a:r>
          </a:p>
          <a:p>
            <a:r>
              <a:rPr lang="en-GB" dirty="0"/>
              <a:t>Used fonts are embedded in this file.</a:t>
            </a:r>
            <a:br>
              <a:rPr lang="en-GB" dirty="0"/>
            </a:br>
            <a:r>
              <a:rPr lang="en-GB" dirty="0"/>
              <a:t>To use them elsewhere, you can</a:t>
            </a:r>
            <a:br>
              <a:rPr lang="en-GB" dirty="0"/>
            </a:br>
            <a:r>
              <a:rPr lang="en-GB" dirty="0"/>
              <a:t>download (links above) and install them.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1B94EC-B384-89EC-E861-314B5AD3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7F028-BA77-6070-A005-FBB9BCE2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9</a:t>
            </a:fld>
            <a:endParaRPr lang="it-IT" dirty="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0F60927-B75D-D7A9-D0FE-B22BD6718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722495"/>
              </p:ext>
            </p:extLst>
          </p:nvPr>
        </p:nvGraphicFramePr>
        <p:xfrm>
          <a:off x="8047736" y="2328360"/>
          <a:ext cx="2232000" cy="277368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18340534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186497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Font size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97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Very large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99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Large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16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Normal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740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Small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80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Very small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25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Footnote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684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74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E17910-A433-7337-94DE-0EFAB0957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00" y="540000"/>
            <a:ext cx="11113200" cy="5778000"/>
          </a:xfrm>
        </p:spPr>
        <p:txBody>
          <a:bodyPr/>
          <a:lstStyle/>
          <a:p>
            <a:r>
              <a:rPr lang="en-US"/>
              <a:t>A slide without a title.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62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9B8355-EF12-B871-AA91-10BD42CDF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dirty="0"/>
              <a:t>When presenting from another computer:</a:t>
            </a:r>
          </a:p>
          <a:p>
            <a:pPr lvl="1"/>
            <a:r>
              <a:rPr lang="en-US" dirty="0"/>
              <a:t>Before presenting, check if these display as intended: fonts, animations, videos.</a:t>
            </a:r>
          </a:p>
          <a:p>
            <a:pPr lvl="1"/>
            <a:r>
              <a:rPr lang="en-GB" dirty="0"/>
              <a:t>Export a PDF as a backup.</a:t>
            </a:r>
            <a:br>
              <a:rPr lang="en-GB" dirty="0"/>
            </a:br>
            <a:endParaRPr lang="en-GB" dirty="0"/>
          </a:p>
          <a:p>
            <a:r>
              <a:rPr lang="en-GB" dirty="0"/>
              <a:t>If you wish to export a PDF retaining animations, use </a:t>
            </a:r>
            <a:r>
              <a:rPr lang="en-GB" dirty="0" err="1">
                <a:hlinkClick r:id="rId2"/>
              </a:rPr>
              <a:t>PPspliT</a:t>
            </a:r>
            <a:r>
              <a:rPr lang="en-GB" dirty="0"/>
              <a:t>.</a:t>
            </a:r>
            <a:br>
              <a:rPr lang="en-GB" dirty="0"/>
            </a:br>
            <a:endParaRPr lang="en-GB" dirty="0"/>
          </a:p>
          <a:p>
            <a:r>
              <a:rPr lang="en-GB" dirty="0"/>
              <a:t>Good practice: name your presentation files consistently. </a:t>
            </a:r>
            <a:br>
              <a:rPr lang="en-GB" dirty="0"/>
            </a:b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(e.g.: 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2025-12-31_surname__event_name__topic_name.pptx)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2EC6A0-3439-2A01-0E96-84B79D2C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Compatibility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F1DF8-F3A9-B3E7-E1F2-70662EB2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4956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A608A6-FD83-FC04-E63D-DEEE6D9F1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cap="small"/>
              <a:t>Summary: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/>
              <a:t>Point 1.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/>
              <a:t>Point 2.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/>
              <a:t>Point 3.</a:t>
            </a:r>
            <a:br>
              <a:rPr lang="en-GB"/>
            </a:br>
            <a:endParaRPr lang="en-GB"/>
          </a:p>
          <a:p>
            <a:r>
              <a:rPr lang="en-GB"/>
              <a:t>Considerations / comments.</a:t>
            </a:r>
            <a:br>
              <a:rPr lang="en-GB"/>
            </a:br>
            <a:endParaRPr lang="en-GB"/>
          </a:p>
          <a:p>
            <a:r>
              <a:rPr lang="en-GB" cap="small"/>
              <a:t>Future work: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/>
              <a:t>Point 1.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/>
              <a:t>Point 2.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7A5665-5F52-C52B-C83E-22E16251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9927758-C48A-B413-4B29-C3DCF87E5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0925" y="6312874"/>
            <a:ext cx="981075" cy="365125"/>
          </a:xfrm>
        </p:spPr>
        <p:txBody>
          <a:bodyPr/>
          <a:lstStyle/>
          <a:p>
            <a:fld id="{4EB0C3B9-95C7-4B9D-9BF8-7100344743C3}" type="slidenum">
              <a:rPr lang="it-IT" smtClean="0"/>
              <a:pPr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52967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8E3108-7085-A25D-5BF2-8510E0FAD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42900" indent="-342900">
              <a:buFont typeface="+mj-lt"/>
              <a:buAutoNum type="arabicPeriod"/>
            </a:pPr>
            <a:r>
              <a:rPr lang="en-GB" sz="1600" dirty="0"/>
              <a:t>(for journals) N. Surname, N. Surname, N. Surname, “Title”, Journal name, year.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600" dirty="0"/>
              <a:t>(for conferences) N. Surname, N. Surname, N. Surname, “Title”, Conference name</a:t>
            </a:r>
            <a:r>
              <a:rPr lang="en-GB" sz="1600" i="1" dirty="0"/>
              <a:t>, </a:t>
            </a:r>
            <a:r>
              <a:rPr lang="en-GB" sz="1600" dirty="0"/>
              <a:t>year.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600" dirty="0"/>
              <a:t>(for books) N. Surname, N. Surname, N. Surname, “Title”, Editor</a:t>
            </a:r>
            <a:r>
              <a:rPr lang="en-GB" sz="1600" i="1" dirty="0"/>
              <a:t>, </a:t>
            </a:r>
            <a:r>
              <a:rPr lang="en-GB" sz="1600" dirty="0"/>
              <a:t>year.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74328B-45A9-EA54-652C-9FDBB63D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1640F-10DC-ED7B-274F-D46FB0E6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0925" y="6312874"/>
            <a:ext cx="981075" cy="365125"/>
          </a:xfrm>
        </p:spPr>
        <p:txBody>
          <a:bodyPr/>
          <a:lstStyle/>
          <a:p>
            <a:fld id="{4EB0C3B9-95C7-4B9D-9BF8-7100344743C3}" type="slidenum">
              <a:rPr lang="it-IT" smtClean="0"/>
              <a:pPr/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73501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FE4783-60D0-7389-4C94-B4D8A1365B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000" y="3232632"/>
            <a:ext cx="5400000" cy="392736"/>
          </a:xfrm>
        </p:spPr>
        <p:txBody>
          <a:bodyPr>
            <a:spAutoFit/>
          </a:bodyPr>
          <a:lstStyle/>
          <a:p>
            <a:r>
              <a:rPr lang="en-GB" dirty="0"/>
              <a:t>Thank you for your attention</a:t>
            </a:r>
          </a:p>
        </p:txBody>
      </p: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5B494FF4-AC19-C715-DA77-19FD4DED55C1}"/>
              </a:ext>
            </a:extLst>
          </p:cNvPr>
          <p:cNvSpPr txBox="1"/>
          <p:nvPr/>
        </p:nvSpPr>
        <p:spPr>
          <a:xfrm>
            <a:off x="3396000" y="3980621"/>
            <a:ext cx="54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✉️ </a:t>
            </a:r>
            <a:r>
              <a:rPr lang="it-IT" sz="2000" u="sng" dirty="0">
                <a:hlinkClick r:id="rId2"/>
              </a:rPr>
              <a:t>marcocoraggio@live.com</a:t>
            </a:r>
            <a:endParaRPr lang="it-IT" sz="2000" u="sng" dirty="0"/>
          </a:p>
        </p:txBody>
      </p:sp>
    </p:spTree>
    <p:extLst>
      <p:ext uri="{BB962C8B-B14F-4D97-AF65-F5344CB8AC3E}">
        <p14:creationId xmlns:p14="http://schemas.microsoft.com/office/powerpoint/2010/main" val="3917053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640A91-C6FF-D622-33FF-5C7128B220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000" y="2515640"/>
            <a:ext cx="5400000" cy="1826719"/>
          </a:xfrm>
        </p:spPr>
        <p:txBody>
          <a:bodyPr wrap="square">
            <a:spAutoFit/>
          </a:bodyPr>
          <a:lstStyle/>
          <a:p>
            <a:r>
              <a:rPr lang="en-US" dirty="0"/>
              <a:t>Thank you for your attention</a:t>
            </a:r>
            <a:br>
              <a:rPr lang="en-US" dirty="0"/>
            </a:br>
            <a:endParaRPr lang="en-US" dirty="0"/>
          </a:p>
          <a:p>
            <a:r>
              <a:rPr lang="en-US" sz="2000" i="0" dirty="0">
                <a:solidFill>
                  <a:schemeClr val="tx1"/>
                </a:solidFill>
              </a:rPr>
              <a:t>✉️ </a:t>
            </a:r>
            <a:r>
              <a:rPr lang="en-US" sz="2000" i="0" dirty="0">
                <a:solidFill>
                  <a:schemeClr val="tx1"/>
                </a:solidFill>
                <a:hlinkClick r:id="rId2"/>
              </a:rPr>
              <a:t>marcocoraggio@live.com</a:t>
            </a:r>
            <a:endParaRPr lang="en-US" sz="2000" i="0" dirty="0">
              <a:solidFill>
                <a:schemeClr val="tx1"/>
              </a:solidFill>
            </a:endParaRPr>
          </a:p>
          <a:p>
            <a:r>
              <a:rPr lang="en-US" sz="2000" i="0" dirty="0">
                <a:solidFill>
                  <a:schemeClr val="tx1"/>
                </a:solidFill>
              </a:rPr>
              <a:t>🌐 </a:t>
            </a:r>
            <a:r>
              <a:rPr lang="en-US" sz="2000" i="0" dirty="0">
                <a:solidFill>
                  <a:schemeClr val="tx1"/>
                </a:solidFill>
                <a:hlinkClick r:id="rId3"/>
              </a:rPr>
              <a:t>www.marco-coraggio.com</a:t>
            </a:r>
            <a:endParaRPr lang="it-IT" sz="2000" i="0" u="sng" dirty="0">
              <a:solidFill>
                <a:schemeClr val="tx1"/>
              </a:solidFill>
            </a:endParaRPr>
          </a:p>
        </p:txBody>
      </p:sp>
      <p:pic>
        <p:nvPicPr>
          <p:cNvPr id="14" name="Picture 13" descr="Qr code&#10;&#10;Description automatically generated">
            <a:extLst>
              <a:ext uri="{FF2B5EF4-FFF2-40B4-BE49-F238E27FC236}">
                <a16:creationId xmlns:a16="http://schemas.microsoft.com/office/drawing/2014/main" id="{3175B602-23AB-C4C5-F714-32D21085BA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581" y="4616901"/>
            <a:ext cx="1514838" cy="15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0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B909F288-F31B-700D-F276-04F8C0144A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3899" y="2515639"/>
            <a:ext cx="5400000" cy="1826719"/>
          </a:xfrm>
        </p:spPr>
        <p:txBody>
          <a:bodyPr wrap="square">
            <a:spAutoFit/>
          </a:bodyPr>
          <a:lstStyle/>
          <a:p>
            <a:r>
              <a:rPr lang="en-US" dirty="0"/>
              <a:t>Thank you for your attention</a:t>
            </a:r>
            <a:br>
              <a:rPr lang="en-US" dirty="0"/>
            </a:br>
            <a:endParaRPr lang="en-US" dirty="0"/>
          </a:p>
          <a:p>
            <a:r>
              <a:rPr lang="en-US" sz="2000" i="0" dirty="0">
                <a:solidFill>
                  <a:schemeClr val="tx1"/>
                </a:solidFill>
              </a:rPr>
              <a:t>✉️ </a:t>
            </a:r>
            <a:r>
              <a:rPr lang="en-US" sz="2000" i="0" dirty="0">
                <a:solidFill>
                  <a:schemeClr val="tx1"/>
                </a:solidFill>
                <a:hlinkClick r:id="rId2"/>
              </a:rPr>
              <a:t>marcocoraggio@live.com</a:t>
            </a:r>
            <a:endParaRPr lang="en-US" sz="2000" i="0" dirty="0">
              <a:solidFill>
                <a:schemeClr val="tx1"/>
              </a:solidFill>
            </a:endParaRPr>
          </a:p>
          <a:p>
            <a:r>
              <a:rPr lang="en-US" sz="2000" i="0" dirty="0">
                <a:solidFill>
                  <a:schemeClr val="tx1"/>
                </a:solidFill>
              </a:rPr>
              <a:t>🌐 </a:t>
            </a:r>
            <a:r>
              <a:rPr lang="en-US" sz="2000" i="0" dirty="0">
                <a:solidFill>
                  <a:schemeClr val="tx1"/>
                </a:solidFill>
                <a:hlinkClick r:id="rId3"/>
              </a:rPr>
              <a:t>www.marco-coraggio.com</a:t>
            </a:r>
            <a:endParaRPr lang="it-IT" sz="2000" i="0" u="sng" dirty="0">
              <a:solidFill>
                <a:schemeClr val="tx1"/>
              </a:solidFill>
            </a:endParaRPr>
          </a:p>
        </p:txBody>
      </p:sp>
      <p:pic>
        <p:nvPicPr>
          <p:cNvPr id="26" name="Picture 25" descr="Qr code&#10;&#10;Description automatically generated">
            <a:extLst>
              <a:ext uri="{FF2B5EF4-FFF2-40B4-BE49-F238E27FC236}">
                <a16:creationId xmlns:a16="http://schemas.microsoft.com/office/drawing/2014/main" id="{EACFE27F-708B-85A5-F572-A09297DC82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480" y="4616901"/>
            <a:ext cx="1514838" cy="151483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22A0471-43DF-C648-32EB-A7ADE75B6D0A}"/>
              </a:ext>
            </a:extLst>
          </p:cNvPr>
          <p:cNvGrpSpPr/>
          <p:nvPr/>
        </p:nvGrpSpPr>
        <p:grpSpPr>
          <a:xfrm>
            <a:off x="6998232" y="1373907"/>
            <a:ext cx="4466606" cy="4520677"/>
            <a:chOff x="7195082" y="1342157"/>
            <a:chExt cx="4466606" cy="452067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F72FC08-098C-CD11-5DDC-BAA96B682BB9}"/>
                </a:ext>
              </a:extLst>
            </p:cNvPr>
            <p:cNvGrpSpPr/>
            <p:nvPr/>
          </p:nvGrpSpPr>
          <p:grpSpPr>
            <a:xfrm>
              <a:off x="9643208" y="3835243"/>
              <a:ext cx="2018480" cy="2027591"/>
              <a:chOff x="7672896" y="4377435"/>
              <a:chExt cx="2018480" cy="2027591"/>
            </a:xfrm>
          </p:grpSpPr>
          <p:sp>
            <p:nvSpPr>
              <p:cNvPr id="4" name="CasellaDiTesto 12">
                <a:extLst>
                  <a:ext uri="{FF2B5EF4-FFF2-40B4-BE49-F238E27FC236}">
                    <a16:creationId xmlns:a16="http://schemas.microsoft.com/office/drawing/2014/main" id="{14B7CB80-7F05-751D-359C-C20C2A5FF7DA}"/>
                  </a:ext>
                </a:extLst>
              </p:cNvPr>
              <p:cNvSpPr txBox="1"/>
              <p:nvPr/>
            </p:nvSpPr>
            <p:spPr>
              <a:xfrm>
                <a:off x="7672896" y="6004916"/>
                <a:ext cx="20184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Coauthor 4</a:t>
                </a:r>
              </a:p>
            </p:txBody>
          </p:sp>
          <p:pic>
            <p:nvPicPr>
              <p:cNvPr id="7" name="Immagine 2">
                <a:extLst>
                  <a:ext uri="{FF2B5EF4-FFF2-40B4-BE49-F238E27FC236}">
                    <a16:creationId xmlns:a16="http://schemas.microsoft.com/office/drawing/2014/main" id="{F2BB0927-2CA7-EB7D-858F-562C9CCD4B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18" r="23218"/>
              <a:stretch/>
            </p:blipFill>
            <p:spPr>
              <a:xfrm>
                <a:off x="7977100" y="4377435"/>
                <a:ext cx="1410073" cy="1620000"/>
              </a:xfrm>
              <a:prstGeom prst="rect">
                <a:avLst/>
              </a:prstGeom>
              <a:ln w="6350" cap="rnd">
                <a:solidFill>
                  <a:schemeClr val="tx1"/>
                </a:solidFill>
              </a:ln>
            </p:spPr>
          </p:pic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47D2100-F2CC-F032-C2F7-BACDDD2FAC8A}"/>
                </a:ext>
              </a:extLst>
            </p:cNvPr>
            <p:cNvGrpSpPr/>
            <p:nvPr/>
          </p:nvGrpSpPr>
          <p:grpSpPr>
            <a:xfrm>
              <a:off x="9643208" y="1342157"/>
              <a:ext cx="2018480" cy="2027589"/>
              <a:chOff x="5092396" y="4377437"/>
              <a:chExt cx="2018480" cy="2027589"/>
            </a:xfrm>
          </p:grpSpPr>
          <p:sp>
            <p:nvSpPr>
              <p:cNvPr id="6" name="CasellaDiTesto 17">
                <a:extLst>
                  <a:ext uri="{FF2B5EF4-FFF2-40B4-BE49-F238E27FC236}">
                    <a16:creationId xmlns:a16="http://schemas.microsoft.com/office/drawing/2014/main" id="{173F2D30-5C8B-1834-FD8B-293F012B44E6}"/>
                  </a:ext>
                </a:extLst>
              </p:cNvPr>
              <p:cNvSpPr txBox="1"/>
              <p:nvPr/>
            </p:nvSpPr>
            <p:spPr>
              <a:xfrm>
                <a:off x="5092396" y="6004916"/>
                <a:ext cx="20184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Coauthor 2</a:t>
                </a:r>
              </a:p>
            </p:txBody>
          </p:sp>
          <p:pic>
            <p:nvPicPr>
              <p:cNvPr id="8" name="Immagine 16">
                <a:extLst>
                  <a:ext uri="{FF2B5EF4-FFF2-40B4-BE49-F238E27FC236}">
                    <a16:creationId xmlns:a16="http://schemas.microsoft.com/office/drawing/2014/main" id="{C5A7EABC-6E7C-04CC-BB2A-8822F47B49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18" r="23218"/>
              <a:stretch/>
            </p:blipFill>
            <p:spPr>
              <a:xfrm>
                <a:off x="5396600" y="4377437"/>
                <a:ext cx="1410073" cy="1620000"/>
              </a:xfrm>
              <a:prstGeom prst="rect">
                <a:avLst/>
              </a:prstGeom>
              <a:ln w="6350" cap="rnd">
                <a:solidFill>
                  <a:schemeClr val="tx1"/>
                </a:solidFill>
              </a:ln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1120B62-F2F8-199B-0BC7-B8F4356E7E00}"/>
                </a:ext>
              </a:extLst>
            </p:cNvPr>
            <p:cNvGrpSpPr/>
            <p:nvPr/>
          </p:nvGrpSpPr>
          <p:grpSpPr>
            <a:xfrm>
              <a:off x="7198196" y="1344923"/>
              <a:ext cx="2018480" cy="2030130"/>
              <a:chOff x="2511896" y="4377436"/>
              <a:chExt cx="2018480" cy="2030130"/>
            </a:xfrm>
          </p:grpSpPr>
          <p:sp>
            <p:nvSpPr>
              <p:cNvPr id="5" name="CasellaDiTesto 13">
                <a:extLst>
                  <a:ext uri="{FF2B5EF4-FFF2-40B4-BE49-F238E27FC236}">
                    <a16:creationId xmlns:a16="http://schemas.microsoft.com/office/drawing/2014/main" id="{E759BDA6-DF11-22C1-FD0D-F27E7241F693}"/>
                  </a:ext>
                </a:extLst>
              </p:cNvPr>
              <p:cNvSpPr txBox="1"/>
              <p:nvPr/>
            </p:nvSpPr>
            <p:spPr>
              <a:xfrm>
                <a:off x="2511896" y="6007456"/>
                <a:ext cx="20184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Coauthor 1</a:t>
                </a:r>
              </a:p>
            </p:txBody>
          </p:sp>
          <p:pic>
            <p:nvPicPr>
              <p:cNvPr id="9" name="Immagine 19">
                <a:extLst>
                  <a:ext uri="{FF2B5EF4-FFF2-40B4-BE49-F238E27FC236}">
                    <a16:creationId xmlns:a16="http://schemas.microsoft.com/office/drawing/2014/main" id="{D5527308-C3C2-FCDA-6DA9-013C3365A27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18" r="23218"/>
              <a:stretch/>
            </p:blipFill>
            <p:spPr>
              <a:xfrm>
                <a:off x="2816100" y="4377436"/>
                <a:ext cx="1410073" cy="1620000"/>
              </a:xfrm>
              <a:prstGeom prst="rect">
                <a:avLst/>
              </a:prstGeom>
              <a:ln w="6350" cap="rnd">
                <a:solidFill>
                  <a:schemeClr val="tx1"/>
                </a:solidFill>
              </a:ln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27EF7A5-11A5-AB74-C5C1-E9C02460E3F3}"/>
                </a:ext>
              </a:extLst>
            </p:cNvPr>
            <p:cNvGrpSpPr/>
            <p:nvPr/>
          </p:nvGrpSpPr>
          <p:grpSpPr>
            <a:xfrm>
              <a:off x="7195082" y="3835243"/>
              <a:ext cx="2018480" cy="2027591"/>
              <a:chOff x="7672896" y="4377435"/>
              <a:chExt cx="2018480" cy="2027591"/>
            </a:xfrm>
          </p:grpSpPr>
          <p:sp>
            <p:nvSpPr>
              <p:cNvPr id="32" name="CasellaDiTesto 12">
                <a:extLst>
                  <a:ext uri="{FF2B5EF4-FFF2-40B4-BE49-F238E27FC236}">
                    <a16:creationId xmlns:a16="http://schemas.microsoft.com/office/drawing/2014/main" id="{147E80E4-F2A3-5DB6-D37C-4A89678838D4}"/>
                  </a:ext>
                </a:extLst>
              </p:cNvPr>
              <p:cNvSpPr txBox="1"/>
              <p:nvPr/>
            </p:nvSpPr>
            <p:spPr>
              <a:xfrm>
                <a:off x="7672896" y="6004916"/>
                <a:ext cx="20184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Coauthor 3</a:t>
                </a:r>
              </a:p>
            </p:txBody>
          </p:sp>
          <p:pic>
            <p:nvPicPr>
              <p:cNvPr id="33" name="Immagine 2">
                <a:extLst>
                  <a:ext uri="{FF2B5EF4-FFF2-40B4-BE49-F238E27FC236}">
                    <a16:creationId xmlns:a16="http://schemas.microsoft.com/office/drawing/2014/main" id="{511C12F9-7071-54CB-5B4C-E62987A9DE0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18" r="23218"/>
              <a:stretch/>
            </p:blipFill>
            <p:spPr>
              <a:xfrm>
                <a:off x="7977100" y="4377435"/>
                <a:ext cx="1410073" cy="1620000"/>
              </a:xfrm>
              <a:prstGeom prst="rect">
                <a:avLst/>
              </a:prstGeom>
              <a:ln w="6350" cap="rnd">
                <a:solidFill>
                  <a:schemeClr val="tx1"/>
                </a:solidFill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268095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A31E4-DD6F-0F74-4864-ABBD4CB34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Section name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89610-17E6-9017-9198-977E966B8D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Use these sparingly, </a:t>
            </a:r>
            <a:br>
              <a:rPr lang="en-GB" dirty="0"/>
            </a:br>
            <a:r>
              <a:rPr lang="en-GB" dirty="0"/>
              <a:t>only in long presentations (30+ mins).</a:t>
            </a:r>
          </a:p>
        </p:txBody>
      </p:sp>
    </p:spTree>
    <p:extLst>
      <p:ext uri="{BB962C8B-B14F-4D97-AF65-F5344CB8AC3E}">
        <p14:creationId xmlns:p14="http://schemas.microsoft.com/office/powerpoint/2010/main" val="779404203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8FD8-12B5-4C84-A68C-B520509EAB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Subsection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44AA9-8A54-96DB-133B-2D1757B545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Use these sparingly, </a:t>
            </a:r>
            <a:br>
              <a:rPr lang="en-GB" dirty="0"/>
            </a:br>
            <a:r>
              <a:rPr lang="en-GB" dirty="0"/>
              <a:t>only in long presentations (30+ mins).</a:t>
            </a:r>
          </a:p>
        </p:txBody>
      </p:sp>
    </p:spTree>
    <p:extLst>
      <p:ext uri="{BB962C8B-B14F-4D97-AF65-F5344CB8AC3E}">
        <p14:creationId xmlns:p14="http://schemas.microsoft.com/office/powerpoint/2010/main" val="519364351"/>
      </p:ext>
    </p:extLst>
  </p:cSld>
  <p:clrMapOvr>
    <a:masterClrMapping/>
  </p:clrMapOvr>
  <p:transition spd="slow">
    <p:cover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,7357"/>
  <p:tag name="ORIGINALWIDTH" val="1524,559"/>
  <p:tag name="OUTPUTTYPE" val="PNG"/>
  <p:tag name="IGUANATEXVERSION" val="160"/>
  <p:tag name="LATEXADDIN" val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otomath}              % font&#10;\newcommand{\R}[1]{\mathrm{#1}}                               % upright text&#10;\newcommand{\B}[1]{\if#1\relax\bm{#1}\else\mathbf{#1}\fi}     % bold text&#10;\newcommand{\BB}[1]{\mathbb{#1}}                              % blackboard symbols&#10;\newcommand{\C}[1]{\mathcal{#1}}                              % calligraphic sumbols&#10;\newcommand{\ON}[1]{\operatorname{#1}}                        % use for custom operators&#10;\renewcommand{\vec}[1]{\if#1\relax\bm{#1}\else\mathbf{#1}\fi} % vectors&#10;\newcommand{\mat}[1]{\if#1\relax\bm{#1}\else\mathbf{#1}\fi}   % matrices&#10;\newcommand{\T}{^{\mathsf{T}}}                                % transpose&#10;\newcommand{\abs}[1]{\left\lvert #1 \right\rvert}             % absolute value&#10;\newcommand{\norm}[1]{\left\lVert #1 \right\rVert}            % norm&#10;\pagestyle{empty}&#10;\begin{document}&#10;&#10;\[&#10;\dot{\vec{x}} = \mat{A} \vec{x} + \mat{B} u, \quad \vec{x} \in \BB{R}^n, u \in \BB{R}.&#10;\]&#10;&#10;\end{document}"/>
  <p:tag name="IGUANATEXSIZE" val="25"/>
  <p:tag name="IGUANATEXCURSOR" val="1239"/>
  <p:tag name="TRANSPARENCY" val="True"/>
  <p:tag name="LATEXENGINEID" val="0"/>
  <p:tag name="TEMPFOLDER" val="C:\Users\marco\OneDrive\Documenti\IguanaTeX\"/>
  <p:tag name="LATEXFORMHEIGHT" val="512,25"/>
  <p:tag name="LATEXFORMWIDTH" val="715,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,48929"/>
  <p:tag name="ORIGINALWIDTH" val="671,1661"/>
  <p:tag name="OUTPUTTYPE" val="PNG"/>
  <p:tag name="IGUANATEXVERSION" val="160"/>
  <p:tag name="LATEXADDIN" val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otomath}              % font&#10;\newcommand{\R}[1]{\mathrm{#1}}                               % upright text&#10;\newcommand{\B}[1]{\if#1\relax\bm{#1}\else\mathbf{#1}\fi}     % bold text&#10;\newcommand{\BB}[1]{\mathbb{#1}}                              % blackboard symbols&#10;\newcommand{\C}[1]{\mathcal{#1}}                              % calligraphic sumbols&#10;\newcommand{\ON}[1]{\operatorname{#1}}                        % use for custom operators&#10;\renewcommand{\vec}[1]{\if#1\relax\bm{#1}\else\mathbf{#1}\fi} % vectors&#10;\newcommand{\mat}[1]{\if#1\relax\bm{#1}\else\mathbf{#1}\fi}   % matrices&#10;\newcommand{\T}{^{\mathsf{T}}}                                % transpose&#10;\newcommand{\abs}[1]{\left\lvert #1 \right\rvert}             % absolute value&#10;\newcommand{\norm}[1]{\left\lVert #1 \right\rVert}            % norm&#10;\definecolor{mygray}{RGB}{89, 89, 89}&#10;\pagestyle{empty}&#10;\begin{document}&#10;&#10;\[&#10;\dot{\vec{x}} = \mat{A} \vec{x} + \mat{B} u.&#10;\]&#10;&#10;\end{document}"/>
  <p:tag name="IGUANATEXSIZE" val="25"/>
  <p:tag name="IGUANATEXCURSOR" val="1239"/>
  <p:tag name="TRANSPARENCY" val="True"/>
  <p:tag name="LATEXENGINEID" val="0"/>
  <p:tag name="TEMPFOLDER" val="C:\Users\marco\OneDrive\Documenti\IguanaTeX\"/>
  <p:tag name="LATEXFORMHEIGHT" val="512,25"/>
  <p:tag name="LATEXFORMWIDTH" val="715,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263,2171"/>
  <p:tag name="OUTPUTTYPE" val="PNG"/>
  <p:tag name="IGUANATEXVERSION" val="162"/>
  <p:tag name="LATEXADDIN" val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otomath}              % font&#10;\newcommand{\R}[1]{\mathrm{#1}}                               % upright text&#10;\newcommand{\B}[1]{\if#1\relax\bm{#1}\else\mathbf{#1}\fi}     % bold text&#10;\newcommand{\BB}[1]{\mathbb{#1}}                              % blackboard symbols&#10;\newcommand{\C}[1]{\mathcal{#1}}                              % calligraphic sumbols&#10;\newcommand{\ON}[1]{\operatorname{#1}}                        % use for custom operators&#10;\renewcommand{\vec}[1]{\if#1\relax\bm{#1}\else\mathbf{#1}\fi} % vectors&#10;\newcommand{\mat}[1]{\if#1\relax\bm{#1}\else\mathbf{#1}\fi}   % matrices&#10;\newcommand{\T}{^{\mathsf{T}}}                                % transpose&#10;\newcommand{\abs}[1]{\left\lvert #1 \right\rvert}             % absolute value&#10;\newcommand{\norm}[1]{\left\lVert #1 \right\rVert}            % norm&#10;\definecolor{mygray}{RGB}{89, 89, 89}&#10;\pagestyle{empty}&#10;\begin{document}&#10;&#10;\color{mygray}&#10;\[&#10;a = b&#10;\]&#10;&#10;\end{document}"/>
  <p:tag name="IGUANATEXSIZE" val="16"/>
  <p:tag name="IGUANATEXCURSOR" val="1154"/>
  <p:tag name="TRANSPARENCY" val="True"/>
  <p:tag name="COLORHEX" val="000000"/>
  <p:tag name="LATEXENGINEID" val="0"/>
  <p:tag name="TEMPFOLDER" val="C:\Users\marco\OneDrive\Documenti\IguanaTeX\"/>
  <p:tag name="LATEXFORMHEIGHT" val="512,25"/>
  <p:tag name="LATEXFORMWIDTH" val="715,5"/>
  <p:tag name="LATEXFORMWRAP" val="True"/>
  <p:tag name="BITMAPVECTOR" val="0"/>
</p:tagLst>
</file>

<file path=ppt/theme/theme1.xml><?xml version="1.0" encoding="utf-8"?>
<a:theme xmlns:a="http://schemas.openxmlformats.org/drawingml/2006/main" name="Tema di Office">
  <a:themeElements>
    <a:clrScheme name="Custom 3">
      <a:dk1>
        <a:srgbClr val="000000"/>
      </a:dk1>
      <a:lt1>
        <a:srgbClr val="FFFFFF"/>
      </a:lt1>
      <a:dk2>
        <a:srgbClr val="7D3D19"/>
      </a:dk2>
      <a:lt2>
        <a:srgbClr val="F6B94A"/>
      </a:lt2>
      <a:accent1>
        <a:srgbClr val="263D3E"/>
      </a:accent1>
      <a:accent2>
        <a:srgbClr val="ADCFCC"/>
      </a:accent2>
      <a:accent3>
        <a:srgbClr val="FFFFFF"/>
      </a:accent3>
      <a:accent4>
        <a:srgbClr val="F6B94A"/>
      </a:accent4>
      <a:accent5>
        <a:srgbClr val="12467A"/>
      </a:accent5>
      <a:accent6>
        <a:srgbClr val="0070C0"/>
      </a:accent6>
      <a:hlink>
        <a:srgbClr val="35A084"/>
      </a:hlink>
      <a:folHlink>
        <a:srgbClr val="59A8D1"/>
      </a:folHlink>
    </a:clrScheme>
    <a:fontScheme name="Custom 17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28814</TotalTime>
  <Words>1052</Words>
  <Application>Microsoft Office PowerPoint</Application>
  <PresentationFormat>Widescreen</PresentationFormat>
  <Paragraphs>145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Noto Serif</vt:lpstr>
      <vt:lpstr>Times New Roman</vt:lpstr>
      <vt:lpstr>Calibri</vt:lpstr>
      <vt:lpstr>Arial</vt:lpstr>
      <vt:lpstr>Roboto</vt:lpstr>
      <vt:lpstr>Consolas</vt:lpstr>
      <vt:lpstr>Tema di Office</vt:lpstr>
      <vt:lpstr>Title of the presentation</vt:lpstr>
      <vt:lpstr>Outline</vt:lpstr>
      <vt:lpstr>Style guidelines</vt:lpstr>
      <vt:lpstr>Margins</vt:lpstr>
      <vt:lpstr>Mathematics</vt:lpstr>
      <vt:lpstr>Theorem box and references</vt:lpstr>
      <vt:lpstr>Tools to clarify and highlight</vt:lpstr>
      <vt:lpstr>Text elements and tables</vt:lpstr>
      <vt:lpstr>Fonts</vt:lpstr>
      <vt:lpstr>PowerPoint Presentation</vt:lpstr>
      <vt:lpstr>Compatibility</vt:lpstr>
      <vt:lpstr>Conclusion</vt:lpstr>
      <vt:lpstr>References</vt:lpstr>
      <vt:lpstr>PowerPoint Presentation</vt:lpstr>
      <vt:lpstr>PowerPoint Presentation</vt:lpstr>
      <vt:lpstr>PowerPoint Presentation</vt:lpstr>
      <vt:lpstr>Section name</vt:lpstr>
      <vt:lpstr>Subsection name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Marco Coraggio</dc:creator>
  <cp:lastModifiedBy>Marco Coraggio</cp:lastModifiedBy>
  <cp:revision>1989</cp:revision>
  <dcterms:created xsi:type="dcterms:W3CDTF">2015-11-02T16:41:54Z</dcterms:created>
  <dcterms:modified xsi:type="dcterms:W3CDTF">2026-05-23T10:50:07Z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2025-09-10T12:18:05Z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dbffcd97-8400-4f9e-b630-06ff820a52ae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